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9" r:id="rId4"/>
    <p:sldId id="260" r:id="rId5"/>
    <p:sldId id="261" r:id="rId6"/>
    <p:sldId id="262" r:id="rId7"/>
    <p:sldId id="263" r:id="rId8"/>
    <p:sldId id="265" r:id="rId9"/>
    <p:sldId id="271" r:id="rId10"/>
    <p:sldId id="272" r:id="rId11"/>
    <p:sldId id="273" r:id="rId12"/>
    <p:sldId id="274" r:id="rId13"/>
    <p:sldId id="275" r:id="rId14"/>
    <p:sldId id="276" r:id="rId15"/>
    <p:sldId id="270" r:id="rId16"/>
    <p:sldId id="268" r:id="rId17"/>
    <p:sldId id="269" r:id="rId18"/>
    <p:sldId id="266" r:id="rId19"/>
    <p:sldId id="26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7A1"/>
    <a:srgbClr val="000000"/>
    <a:srgbClr val="FED6C4"/>
    <a:srgbClr val="C9FF93"/>
    <a:srgbClr val="FFFF66"/>
    <a:srgbClr val="BFFC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663B49-3167-4939-BF59-C666A646D37B}" v="1" dt="2026-10-23T08:31:00.3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DHISESHAN K S" userId="6129a77a4435de04" providerId="LiveId" clId="{32492927-1FCC-4925-95BE-FE2363711585}"/>
    <pc:docChg chg="undo redo custSel addSld delSld modSld modMainMaster">
      <pc:chgData name="AADHISESHAN K S" userId="6129a77a4435de04" providerId="LiveId" clId="{32492927-1FCC-4925-95BE-FE2363711585}" dt="2026-10-24T10:52:01.422" v="1765" actId="20577"/>
      <pc:docMkLst>
        <pc:docMk/>
      </pc:docMkLst>
      <pc:sldChg chg="addSp modSp mod">
        <pc:chgData name="AADHISESHAN K S" userId="6129a77a4435de04" providerId="LiveId" clId="{32492927-1FCC-4925-95BE-FE2363711585}" dt="2026-10-24T10:52:01.422" v="1765" actId="20577"/>
        <pc:sldMkLst>
          <pc:docMk/>
          <pc:sldMk cId="2475509266" sldId="256"/>
        </pc:sldMkLst>
        <pc:spChg chg="mod">
          <ac:chgData name="AADHISESHAN K S" userId="6129a77a4435de04" providerId="LiveId" clId="{32492927-1FCC-4925-95BE-FE2363711585}" dt="2026-10-24T10:52:01.422" v="1765" actId="20577"/>
          <ac:spMkLst>
            <pc:docMk/>
            <pc:sldMk cId="2475509266" sldId="256"/>
            <ac:spMk id="2" creationId="{E8579193-C66E-437F-EB89-C2527C3FB1BD}"/>
          </ac:spMkLst>
        </pc:spChg>
        <pc:spChg chg="mod">
          <ac:chgData name="AADHISESHAN K S" userId="6129a77a4435de04" providerId="LiveId" clId="{32492927-1FCC-4925-95BE-FE2363711585}" dt="2026-10-09T14:27:33.142" v="1761" actId="20577"/>
          <ac:spMkLst>
            <pc:docMk/>
            <pc:sldMk cId="2475509266" sldId="256"/>
            <ac:spMk id="3" creationId="{174CB964-BB5B-0F41-C32D-B72244165195}"/>
          </ac:spMkLst>
        </pc:spChg>
        <pc:spChg chg="add mod">
          <ac:chgData name="AADHISESHAN K S" userId="6129a77a4435de04" providerId="LiveId" clId="{32492927-1FCC-4925-95BE-FE2363711585}" dt="2026-10-09T13:38:52.088" v="366"/>
          <ac:spMkLst>
            <pc:docMk/>
            <pc:sldMk cId="2475509266" sldId="256"/>
            <ac:spMk id="9" creationId="{F69E2D69-8250-2449-DC66-70974EBF0026}"/>
          </ac:spMkLst>
        </pc:spChg>
        <pc:picChg chg="add mod">
          <ac:chgData name="AADHISESHAN K S" userId="6129a77a4435de04" providerId="LiveId" clId="{32492927-1FCC-4925-95BE-FE2363711585}" dt="2026-10-09T13:38:52.088" v="366"/>
          <ac:picMkLst>
            <pc:docMk/>
            <pc:sldMk cId="2475509266" sldId="256"/>
            <ac:picMk id="5" creationId="{CC941C87-32AE-C201-D755-C3727A16AA98}"/>
          </ac:picMkLst>
        </pc:picChg>
        <pc:picChg chg="add mod">
          <ac:chgData name="AADHISESHAN K S" userId="6129a77a4435de04" providerId="LiveId" clId="{32492927-1FCC-4925-95BE-FE2363711585}" dt="2026-10-09T13:38:52.088" v="366"/>
          <ac:picMkLst>
            <pc:docMk/>
            <pc:sldMk cId="2475509266" sldId="256"/>
            <ac:picMk id="7" creationId="{8EC46C4F-70BC-E3B7-A769-C0180CCB3036}"/>
          </ac:picMkLst>
        </pc:picChg>
      </pc:sldChg>
      <pc:sldChg chg="modSp mod">
        <pc:chgData name="AADHISESHAN K S" userId="6129a77a4435de04" providerId="LiveId" clId="{32492927-1FCC-4925-95BE-FE2363711585}" dt="2026-10-09T13:38:52.088" v="366"/>
        <pc:sldMkLst>
          <pc:docMk/>
          <pc:sldMk cId="1089947032" sldId="257"/>
        </pc:sldMkLst>
        <pc:spChg chg="mod">
          <ac:chgData name="AADHISESHAN K S" userId="6129a77a4435de04" providerId="LiveId" clId="{32492927-1FCC-4925-95BE-FE2363711585}" dt="2026-10-09T13:38:52.088" v="366"/>
          <ac:spMkLst>
            <pc:docMk/>
            <pc:sldMk cId="1089947032" sldId="257"/>
            <ac:spMk id="2" creationId="{EA5658BF-3737-5429-5D69-C4E77D6D9821}"/>
          </ac:spMkLst>
        </pc:spChg>
        <pc:spChg chg="mod">
          <ac:chgData name="AADHISESHAN K S" userId="6129a77a4435de04" providerId="LiveId" clId="{32492927-1FCC-4925-95BE-FE2363711585}" dt="2026-10-09T13:38:52.088" v="366"/>
          <ac:spMkLst>
            <pc:docMk/>
            <pc:sldMk cId="1089947032" sldId="257"/>
            <ac:spMk id="3" creationId="{E89832A6-7344-4265-72CE-73DDAF2A84EE}"/>
          </ac:spMkLst>
        </pc:spChg>
      </pc:sldChg>
      <pc:sldChg chg="modSp add mod">
        <pc:chgData name="AADHISESHAN K S" userId="6129a77a4435de04" providerId="LiveId" clId="{32492927-1FCC-4925-95BE-FE2363711585}" dt="2026-10-09T13:38:52.088" v="366"/>
        <pc:sldMkLst>
          <pc:docMk/>
          <pc:sldMk cId="3103022911" sldId="259"/>
        </pc:sldMkLst>
        <pc:spChg chg="mod">
          <ac:chgData name="AADHISESHAN K S" userId="6129a77a4435de04" providerId="LiveId" clId="{32492927-1FCC-4925-95BE-FE2363711585}" dt="2026-10-09T13:38:52.088" v="366"/>
          <ac:spMkLst>
            <pc:docMk/>
            <pc:sldMk cId="3103022911" sldId="259"/>
            <ac:spMk id="2" creationId="{99390D42-899B-3799-DEBB-A419B544286A}"/>
          </ac:spMkLst>
        </pc:spChg>
        <pc:spChg chg="mod">
          <ac:chgData name="AADHISESHAN K S" userId="6129a77a4435de04" providerId="LiveId" clId="{32492927-1FCC-4925-95BE-FE2363711585}" dt="2026-10-09T13:38:52.088" v="366"/>
          <ac:spMkLst>
            <pc:docMk/>
            <pc:sldMk cId="3103022911" sldId="259"/>
            <ac:spMk id="3" creationId="{FAD48288-3C2C-6B95-BD1C-185E830012DB}"/>
          </ac:spMkLst>
        </pc:spChg>
      </pc:sldChg>
      <pc:sldChg chg="addSp delSp modSp add mod">
        <pc:chgData name="AADHISESHAN K S" userId="6129a77a4435de04" providerId="LiveId" clId="{32492927-1FCC-4925-95BE-FE2363711585}" dt="2026-10-09T13:38:52.088" v="366"/>
        <pc:sldMkLst>
          <pc:docMk/>
          <pc:sldMk cId="1226372265" sldId="260"/>
        </pc:sldMkLst>
        <pc:spChg chg="mod">
          <ac:chgData name="AADHISESHAN K S" userId="6129a77a4435de04" providerId="LiveId" clId="{32492927-1FCC-4925-95BE-FE2363711585}" dt="2026-10-09T13:38:52.088" v="366"/>
          <ac:spMkLst>
            <pc:docMk/>
            <pc:sldMk cId="1226372265" sldId="260"/>
            <ac:spMk id="2" creationId="{E5824620-4CAA-F9FC-0252-50EC33F5DA78}"/>
          </ac:spMkLst>
        </pc:spChg>
        <pc:spChg chg="mod">
          <ac:chgData name="AADHISESHAN K S" userId="6129a77a4435de04" providerId="LiveId" clId="{32492927-1FCC-4925-95BE-FE2363711585}" dt="2026-10-09T13:38:52.088" v="366"/>
          <ac:spMkLst>
            <pc:docMk/>
            <pc:sldMk cId="1226372265" sldId="260"/>
            <ac:spMk id="3" creationId="{762F6F1D-03A8-B86B-E27A-425A8464AB8C}"/>
          </ac:spMkLst>
        </pc:spChg>
        <pc:spChg chg="add del mod">
          <ac:chgData name="AADHISESHAN K S" userId="6129a77a4435de04" providerId="LiveId" clId="{32492927-1FCC-4925-95BE-FE2363711585}" dt="2026-10-09T13:38:52.088" v="366"/>
          <ac:spMkLst>
            <pc:docMk/>
            <pc:sldMk cId="1226372265" sldId="260"/>
            <ac:spMk id="4" creationId="{F6AACCEC-17CA-379F-16B4-22522D9422C1}"/>
          </ac:spMkLst>
        </pc:spChg>
      </pc:sldChg>
      <pc:sldChg chg="modSp add mod">
        <pc:chgData name="AADHISESHAN K S" userId="6129a77a4435de04" providerId="LiveId" clId="{32492927-1FCC-4925-95BE-FE2363711585}" dt="2026-10-09T13:38:52.088" v="366"/>
        <pc:sldMkLst>
          <pc:docMk/>
          <pc:sldMk cId="195049950" sldId="261"/>
        </pc:sldMkLst>
        <pc:spChg chg="mod">
          <ac:chgData name="AADHISESHAN K S" userId="6129a77a4435de04" providerId="LiveId" clId="{32492927-1FCC-4925-95BE-FE2363711585}" dt="2026-10-09T13:38:52.088" v="366"/>
          <ac:spMkLst>
            <pc:docMk/>
            <pc:sldMk cId="195049950" sldId="261"/>
            <ac:spMk id="2" creationId="{A614EE22-3F50-8596-DC83-7F6FBC258385}"/>
          </ac:spMkLst>
        </pc:spChg>
        <pc:spChg chg="mod">
          <ac:chgData name="AADHISESHAN K S" userId="6129a77a4435de04" providerId="LiveId" clId="{32492927-1FCC-4925-95BE-FE2363711585}" dt="2026-10-09T13:38:52.088" v="366"/>
          <ac:spMkLst>
            <pc:docMk/>
            <pc:sldMk cId="195049950" sldId="261"/>
            <ac:spMk id="3" creationId="{50851E61-75AF-CCE9-D73D-3176F1CA2240}"/>
          </ac:spMkLst>
        </pc:spChg>
        <pc:spChg chg="mod">
          <ac:chgData name="AADHISESHAN K S" userId="6129a77a4435de04" providerId="LiveId" clId="{32492927-1FCC-4925-95BE-FE2363711585}" dt="2026-10-09T13:38:52.088" v="366"/>
          <ac:spMkLst>
            <pc:docMk/>
            <pc:sldMk cId="195049950" sldId="261"/>
            <ac:spMk id="4" creationId="{D121FAD7-F687-AB27-EF3F-E088331FA0B9}"/>
          </ac:spMkLst>
        </pc:spChg>
      </pc:sldChg>
      <pc:sldChg chg="modSp add mod">
        <pc:chgData name="AADHISESHAN K S" userId="6129a77a4435de04" providerId="LiveId" clId="{32492927-1FCC-4925-95BE-FE2363711585}" dt="2026-10-09T13:38:52.088" v="366"/>
        <pc:sldMkLst>
          <pc:docMk/>
          <pc:sldMk cId="1456669274" sldId="262"/>
        </pc:sldMkLst>
        <pc:spChg chg="mod">
          <ac:chgData name="AADHISESHAN K S" userId="6129a77a4435de04" providerId="LiveId" clId="{32492927-1FCC-4925-95BE-FE2363711585}" dt="2026-10-09T13:38:52.088" v="366"/>
          <ac:spMkLst>
            <pc:docMk/>
            <pc:sldMk cId="1456669274" sldId="262"/>
            <ac:spMk id="2" creationId="{FF9735F4-5A1A-0DF0-BEDB-8AA8C87DE248}"/>
          </ac:spMkLst>
        </pc:spChg>
        <pc:spChg chg="mod">
          <ac:chgData name="AADHISESHAN K S" userId="6129a77a4435de04" providerId="LiveId" clId="{32492927-1FCC-4925-95BE-FE2363711585}" dt="2026-10-09T13:38:52.088" v="366"/>
          <ac:spMkLst>
            <pc:docMk/>
            <pc:sldMk cId="1456669274" sldId="262"/>
            <ac:spMk id="3" creationId="{7B3827B0-08AC-83D6-6C88-BE6DADC01D0D}"/>
          </ac:spMkLst>
        </pc:spChg>
        <pc:spChg chg="mod">
          <ac:chgData name="AADHISESHAN K S" userId="6129a77a4435de04" providerId="LiveId" clId="{32492927-1FCC-4925-95BE-FE2363711585}" dt="2026-10-09T13:38:52.088" v="366"/>
          <ac:spMkLst>
            <pc:docMk/>
            <pc:sldMk cId="1456669274" sldId="262"/>
            <ac:spMk id="4" creationId="{6D4B9C3D-222F-4DBC-0EB0-F6D0D3C7FFE7}"/>
          </ac:spMkLst>
        </pc:spChg>
      </pc:sldChg>
      <pc:sldChg chg="modSp add mod">
        <pc:chgData name="AADHISESHAN K S" userId="6129a77a4435de04" providerId="LiveId" clId="{32492927-1FCC-4925-95BE-FE2363711585}" dt="2026-10-09T13:38:52.088" v="366"/>
        <pc:sldMkLst>
          <pc:docMk/>
          <pc:sldMk cId="905234540" sldId="263"/>
        </pc:sldMkLst>
        <pc:spChg chg="mod">
          <ac:chgData name="AADHISESHAN K S" userId="6129a77a4435de04" providerId="LiveId" clId="{32492927-1FCC-4925-95BE-FE2363711585}" dt="2026-10-09T13:38:52.088" v="366"/>
          <ac:spMkLst>
            <pc:docMk/>
            <pc:sldMk cId="905234540" sldId="263"/>
            <ac:spMk id="2" creationId="{079D6BBE-5F4F-E7B5-4B50-8254F5EAF3EE}"/>
          </ac:spMkLst>
        </pc:spChg>
        <pc:spChg chg="mod">
          <ac:chgData name="AADHISESHAN K S" userId="6129a77a4435de04" providerId="LiveId" clId="{32492927-1FCC-4925-95BE-FE2363711585}" dt="2026-10-09T13:38:52.088" v="366"/>
          <ac:spMkLst>
            <pc:docMk/>
            <pc:sldMk cId="905234540" sldId="263"/>
            <ac:spMk id="3" creationId="{EA14A2C9-B298-A463-1AD2-60480BC90919}"/>
          </ac:spMkLst>
        </pc:spChg>
        <pc:spChg chg="mod">
          <ac:chgData name="AADHISESHAN K S" userId="6129a77a4435de04" providerId="LiveId" clId="{32492927-1FCC-4925-95BE-FE2363711585}" dt="2026-10-09T13:38:52.088" v="366"/>
          <ac:spMkLst>
            <pc:docMk/>
            <pc:sldMk cId="905234540" sldId="263"/>
            <ac:spMk id="4" creationId="{516249A7-5707-B62B-368C-39CD7286C2A0}"/>
          </ac:spMkLst>
        </pc:spChg>
      </pc:sldChg>
      <pc:sldChg chg="delSp modSp new mod">
        <pc:chgData name="AADHISESHAN K S" userId="6129a77a4435de04" providerId="LiveId" clId="{32492927-1FCC-4925-95BE-FE2363711585}" dt="2026-10-09T14:20:28.513" v="1759" actId="113"/>
        <pc:sldMkLst>
          <pc:docMk/>
          <pc:sldMk cId="3117649083" sldId="264"/>
        </pc:sldMkLst>
        <pc:spChg chg="mod">
          <ac:chgData name="AADHISESHAN K S" userId="6129a77a4435de04" providerId="LiveId" clId="{32492927-1FCC-4925-95BE-FE2363711585}" dt="2026-10-09T14:20:28.513" v="1759" actId="113"/>
          <ac:spMkLst>
            <pc:docMk/>
            <pc:sldMk cId="3117649083" sldId="264"/>
            <ac:spMk id="2" creationId="{762942B7-4C2F-FEF7-AEF8-6F91B6C120B6}"/>
          </ac:spMkLst>
        </pc:spChg>
      </pc:sldChg>
      <pc:sldChg chg="addSp delSp modSp add mod">
        <pc:chgData name="AADHISESHAN K S" userId="6129a77a4435de04" providerId="LiveId" clId="{32492927-1FCC-4925-95BE-FE2363711585}" dt="2026-10-09T14:19:18.581" v="1758" actId="207"/>
        <pc:sldMkLst>
          <pc:docMk/>
          <pc:sldMk cId="1011885755" sldId="265"/>
        </pc:sldMkLst>
        <pc:spChg chg="mod">
          <ac:chgData name="AADHISESHAN K S" userId="6129a77a4435de04" providerId="LiveId" clId="{32492927-1FCC-4925-95BE-FE2363711585}" dt="2026-10-09T13:44:06.086" v="396" actId="20577"/>
          <ac:spMkLst>
            <pc:docMk/>
            <pc:sldMk cId="1011885755" sldId="265"/>
            <ac:spMk id="2" creationId="{92720803-C0E3-A674-4145-7D1B690711C5}"/>
          </ac:spMkLst>
        </pc:spChg>
        <pc:spChg chg="add mod ord">
          <ac:chgData name="AADHISESHAN K S" userId="6129a77a4435de04" providerId="LiveId" clId="{32492927-1FCC-4925-95BE-FE2363711585}" dt="2026-10-09T14:19:09.552" v="1757" actId="207"/>
          <ac:spMkLst>
            <pc:docMk/>
            <pc:sldMk cId="1011885755" sldId="265"/>
            <ac:spMk id="6" creationId="{84D1C2A1-FA9C-B44F-75A6-007E87975EFE}"/>
          </ac:spMkLst>
        </pc:spChg>
        <pc:spChg chg="add mod ord">
          <ac:chgData name="AADHISESHAN K S" userId="6129a77a4435de04" providerId="LiveId" clId="{32492927-1FCC-4925-95BE-FE2363711585}" dt="2026-10-09T14:19:18.581" v="1758" actId="207"/>
          <ac:spMkLst>
            <pc:docMk/>
            <pc:sldMk cId="1011885755" sldId="265"/>
            <ac:spMk id="14" creationId="{4F27E727-A56E-A466-B91B-6F4F062AD185}"/>
          </ac:spMkLst>
        </pc:spChg>
        <pc:spChg chg="add mod">
          <ac:chgData name="AADHISESHAN K S" userId="6129a77a4435de04" providerId="LiveId" clId="{32492927-1FCC-4925-95BE-FE2363711585}" dt="2026-10-09T14:18:49.246" v="1756" actId="207"/>
          <ac:spMkLst>
            <pc:docMk/>
            <pc:sldMk cId="1011885755" sldId="265"/>
            <ac:spMk id="15" creationId="{29237EF3-1545-B812-2F0B-26ADD21BC312}"/>
          </ac:spMkLst>
        </pc:spChg>
        <pc:spChg chg="add mod">
          <ac:chgData name="AADHISESHAN K S" userId="6129a77a4435de04" providerId="LiveId" clId="{32492927-1FCC-4925-95BE-FE2363711585}" dt="2026-10-09T14:16:53.622" v="1751" actId="164"/>
          <ac:spMkLst>
            <pc:docMk/>
            <pc:sldMk cId="1011885755" sldId="265"/>
            <ac:spMk id="16" creationId="{ACE163CD-9044-EBDB-7BB2-2868E970A2F9}"/>
          </ac:spMkLst>
        </pc:spChg>
        <pc:spChg chg="add mod">
          <ac:chgData name="AADHISESHAN K S" userId="6129a77a4435de04" providerId="LiveId" clId="{32492927-1FCC-4925-95BE-FE2363711585}" dt="2026-10-09T14:17:58.350" v="1753" actId="207"/>
          <ac:spMkLst>
            <pc:docMk/>
            <pc:sldMk cId="1011885755" sldId="265"/>
            <ac:spMk id="17" creationId="{19D5D791-321B-74AC-1BD3-93DDFA92E8F3}"/>
          </ac:spMkLst>
        </pc:spChg>
        <pc:spChg chg="add mod">
          <ac:chgData name="AADHISESHAN K S" userId="6129a77a4435de04" providerId="LiveId" clId="{32492927-1FCC-4925-95BE-FE2363711585}" dt="2026-10-09T14:18:16.994" v="1754" actId="207"/>
          <ac:spMkLst>
            <pc:docMk/>
            <pc:sldMk cId="1011885755" sldId="265"/>
            <ac:spMk id="18" creationId="{C877F79B-B596-00BC-1853-91CF09EC53FE}"/>
          </ac:spMkLst>
        </pc:spChg>
        <pc:spChg chg="add mod">
          <ac:chgData name="AADHISESHAN K S" userId="6129a77a4435de04" providerId="LiveId" clId="{32492927-1FCC-4925-95BE-FE2363711585}" dt="2026-10-09T14:16:53.622" v="1751" actId="164"/>
          <ac:spMkLst>
            <pc:docMk/>
            <pc:sldMk cId="1011885755" sldId="265"/>
            <ac:spMk id="29" creationId="{F4B9889C-6720-9A87-7CE4-CA0133469FF8}"/>
          </ac:spMkLst>
        </pc:spChg>
        <pc:grpChg chg="add mod">
          <ac:chgData name="AADHISESHAN K S" userId="6129a77a4435de04" providerId="LiveId" clId="{32492927-1FCC-4925-95BE-FE2363711585}" dt="2026-10-09T14:16:53.622" v="1751" actId="164"/>
          <ac:grpSpMkLst>
            <pc:docMk/>
            <pc:sldMk cId="1011885755" sldId="265"/>
            <ac:grpSpMk id="32" creationId="{95AC37D7-855B-1AB1-EE23-BE8C9363FFAE}"/>
          </ac:grpSpMkLst>
        </pc:grpChg>
        <pc:cxnChg chg="add mod">
          <ac:chgData name="AADHISESHAN K S" userId="6129a77a4435de04" providerId="LiveId" clId="{32492927-1FCC-4925-95BE-FE2363711585}" dt="2026-10-09T14:16:53.622" v="1751" actId="164"/>
          <ac:cxnSpMkLst>
            <pc:docMk/>
            <pc:sldMk cId="1011885755" sldId="265"/>
            <ac:cxnSpMk id="24" creationId="{75DD4845-C114-5433-B140-83518AE94AC0}"/>
          </ac:cxnSpMkLst>
        </pc:cxnChg>
        <pc:cxnChg chg="add mod">
          <ac:chgData name="AADHISESHAN K S" userId="6129a77a4435de04" providerId="LiveId" clId="{32492927-1FCC-4925-95BE-FE2363711585}" dt="2026-10-09T14:04:15.279" v="1027" actId="1076"/>
          <ac:cxnSpMkLst>
            <pc:docMk/>
            <pc:sldMk cId="1011885755" sldId="265"/>
            <ac:cxnSpMk id="27" creationId="{EA3C40D5-D632-D1D4-B090-9888D37E5D95}"/>
          </ac:cxnSpMkLst>
        </pc:cxnChg>
        <pc:cxnChg chg="add mod">
          <ac:chgData name="AADHISESHAN K S" userId="6129a77a4435de04" providerId="LiveId" clId="{32492927-1FCC-4925-95BE-FE2363711585}" dt="2026-10-09T14:05:21.930" v="1134" actId="1076"/>
          <ac:cxnSpMkLst>
            <pc:docMk/>
            <pc:sldMk cId="1011885755" sldId="265"/>
            <ac:cxnSpMk id="28" creationId="{AE32920E-5745-9EAC-02A3-672812EF553C}"/>
          </ac:cxnSpMkLst>
        </pc:cxnChg>
        <pc:cxnChg chg="add mod">
          <ac:chgData name="AADHISESHAN K S" userId="6129a77a4435de04" providerId="LiveId" clId="{32492927-1FCC-4925-95BE-FE2363711585}" dt="2026-10-09T14:16:53.622" v="1751" actId="164"/>
          <ac:cxnSpMkLst>
            <pc:docMk/>
            <pc:sldMk cId="1011885755" sldId="265"/>
            <ac:cxnSpMk id="30" creationId="{F3E4D5E9-B013-BBE8-992A-48A596EB1692}"/>
          </ac:cxnSpMkLst>
        </pc:cxnChg>
        <pc:cxnChg chg="add mod">
          <ac:chgData name="AADHISESHAN K S" userId="6129a77a4435de04" providerId="LiveId" clId="{32492927-1FCC-4925-95BE-FE2363711585}" dt="2026-10-09T14:16:00.591" v="1748" actId="1076"/>
          <ac:cxnSpMkLst>
            <pc:docMk/>
            <pc:sldMk cId="1011885755" sldId="265"/>
            <ac:cxnSpMk id="31" creationId="{376E9B95-D967-0E01-1889-BD3C4252BEA2}"/>
          </ac:cxnSpMkLst>
        </pc:cxnChg>
      </pc:sldChg>
      <pc:sldChg chg="addSp delSp modSp mod">
        <pc:chgData name="AADHISESHAN K S" userId="6129a77a4435de04" providerId="LiveId" clId="{32492927-1FCC-4925-95BE-FE2363711585}" dt="2026-10-23T08:31:30.525" v="1764"/>
        <pc:sldMkLst>
          <pc:docMk/>
          <pc:sldMk cId="1938823113" sldId="273"/>
        </pc:sldMkLst>
        <pc:spChg chg="add del mod">
          <ac:chgData name="AADHISESHAN K S" userId="6129a77a4435de04" providerId="LiveId" clId="{32492927-1FCC-4925-95BE-FE2363711585}" dt="2026-10-23T08:31:30.525" v="1764"/>
          <ac:spMkLst>
            <pc:docMk/>
            <pc:sldMk cId="1938823113" sldId="273"/>
            <ac:spMk id="6" creationId="{EBB0771B-4279-ED4B-0721-1370D97E5213}"/>
          </ac:spMkLst>
        </pc:spChg>
      </pc:sldChg>
      <pc:sldMasterChg chg="modSp modSldLayout">
        <pc:chgData name="AADHISESHAN K S" userId="6129a77a4435de04" providerId="LiveId" clId="{32492927-1FCC-4925-95BE-FE2363711585}" dt="2026-10-09T13:38:52.088" v="366"/>
        <pc:sldMasterMkLst>
          <pc:docMk/>
          <pc:sldMasterMk cId="3479747959" sldId="2147483648"/>
        </pc:sldMasterMkLst>
        <pc:spChg chg="mod">
          <ac:chgData name="AADHISESHAN K S" userId="6129a77a4435de04" providerId="LiveId" clId="{32492927-1FCC-4925-95BE-FE2363711585}" dt="2026-10-09T13:38:52.088" v="366"/>
          <ac:spMkLst>
            <pc:docMk/>
            <pc:sldMasterMk cId="3479747959" sldId="2147483648"/>
            <ac:spMk id="2" creationId="{9C189B85-F31E-919D-FCEF-5D468F98A55A}"/>
          </ac:spMkLst>
        </pc:spChg>
        <pc:spChg chg="mod">
          <ac:chgData name="AADHISESHAN K S" userId="6129a77a4435de04" providerId="LiveId" clId="{32492927-1FCC-4925-95BE-FE2363711585}" dt="2026-10-09T13:38:52.088" v="366"/>
          <ac:spMkLst>
            <pc:docMk/>
            <pc:sldMasterMk cId="3479747959" sldId="2147483648"/>
            <ac:spMk id="3" creationId="{09DACCEC-5F89-5D2D-B96E-4091093AD6CC}"/>
          </ac:spMkLst>
        </pc:spChg>
        <pc:spChg chg="mod">
          <ac:chgData name="AADHISESHAN K S" userId="6129a77a4435de04" providerId="LiveId" clId="{32492927-1FCC-4925-95BE-FE2363711585}" dt="2026-10-09T13:38:52.088" v="366"/>
          <ac:spMkLst>
            <pc:docMk/>
            <pc:sldMasterMk cId="3479747959" sldId="2147483648"/>
            <ac:spMk id="4" creationId="{CCF0D0B4-9BBB-A604-09C4-B52D186355A1}"/>
          </ac:spMkLst>
        </pc:spChg>
        <pc:spChg chg="mod">
          <ac:chgData name="AADHISESHAN K S" userId="6129a77a4435de04" providerId="LiveId" clId="{32492927-1FCC-4925-95BE-FE2363711585}" dt="2026-10-09T13:38:52.088" v="366"/>
          <ac:spMkLst>
            <pc:docMk/>
            <pc:sldMasterMk cId="3479747959" sldId="2147483648"/>
            <ac:spMk id="5" creationId="{B450F5C6-E96C-6627-78D5-F6D4D0C81AFD}"/>
          </ac:spMkLst>
        </pc:spChg>
        <pc:spChg chg="mod">
          <ac:chgData name="AADHISESHAN K S" userId="6129a77a4435de04" providerId="LiveId" clId="{32492927-1FCC-4925-95BE-FE2363711585}" dt="2026-10-09T13:38:52.088" v="366"/>
          <ac:spMkLst>
            <pc:docMk/>
            <pc:sldMasterMk cId="3479747959" sldId="2147483648"/>
            <ac:spMk id="6" creationId="{EB9AD9C9-2D10-3486-EEA8-C18725D98807}"/>
          </ac:spMkLst>
        </pc:spChg>
        <pc:sldLayoutChg chg="modSp">
          <pc:chgData name="AADHISESHAN K S" userId="6129a77a4435de04" providerId="LiveId" clId="{32492927-1FCC-4925-95BE-FE2363711585}" dt="2026-10-09T13:38:52.088" v="366"/>
          <pc:sldLayoutMkLst>
            <pc:docMk/>
            <pc:sldMasterMk cId="3479747959" sldId="2147483648"/>
            <pc:sldLayoutMk cId="790078922" sldId="2147483649"/>
          </pc:sldLayoutMkLst>
          <pc:spChg chg="mod">
            <ac:chgData name="AADHISESHAN K S" userId="6129a77a4435de04" providerId="LiveId" clId="{32492927-1FCC-4925-95BE-FE2363711585}" dt="2026-10-09T13:38:52.088" v="366"/>
            <ac:spMkLst>
              <pc:docMk/>
              <pc:sldMasterMk cId="3479747959" sldId="2147483648"/>
              <pc:sldLayoutMk cId="790078922" sldId="2147483649"/>
              <ac:spMk id="2" creationId="{E66B8162-3D93-79EF-310B-4AF4F087BFB0}"/>
            </ac:spMkLst>
          </pc:spChg>
          <pc:spChg chg="mod">
            <ac:chgData name="AADHISESHAN K S" userId="6129a77a4435de04" providerId="LiveId" clId="{32492927-1FCC-4925-95BE-FE2363711585}" dt="2026-10-09T13:38:52.088" v="366"/>
            <ac:spMkLst>
              <pc:docMk/>
              <pc:sldMasterMk cId="3479747959" sldId="2147483648"/>
              <pc:sldLayoutMk cId="790078922" sldId="2147483649"/>
              <ac:spMk id="3" creationId="{2BD039E6-B100-EC5B-17A5-16718577BB80}"/>
            </ac:spMkLst>
          </pc:spChg>
        </pc:sldLayoutChg>
        <pc:sldLayoutChg chg="modSp">
          <pc:chgData name="AADHISESHAN K S" userId="6129a77a4435de04" providerId="LiveId" clId="{32492927-1FCC-4925-95BE-FE2363711585}" dt="2026-10-09T13:38:52.088" v="366"/>
          <pc:sldLayoutMkLst>
            <pc:docMk/>
            <pc:sldMasterMk cId="3479747959" sldId="2147483648"/>
            <pc:sldLayoutMk cId="4263204709" sldId="2147483651"/>
          </pc:sldLayoutMkLst>
          <pc:spChg chg="mod">
            <ac:chgData name="AADHISESHAN K S" userId="6129a77a4435de04" providerId="LiveId" clId="{32492927-1FCC-4925-95BE-FE2363711585}" dt="2026-10-09T13:38:52.088" v="366"/>
            <ac:spMkLst>
              <pc:docMk/>
              <pc:sldMasterMk cId="3479747959" sldId="2147483648"/>
              <pc:sldLayoutMk cId="4263204709" sldId="2147483651"/>
              <ac:spMk id="2" creationId="{3644F6C2-F036-8618-C2CC-FEAD36B3ECB1}"/>
            </ac:spMkLst>
          </pc:spChg>
          <pc:spChg chg="mod">
            <ac:chgData name="AADHISESHAN K S" userId="6129a77a4435de04" providerId="LiveId" clId="{32492927-1FCC-4925-95BE-FE2363711585}" dt="2026-10-09T13:38:52.088" v="366"/>
            <ac:spMkLst>
              <pc:docMk/>
              <pc:sldMasterMk cId="3479747959" sldId="2147483648"/>
              <pc:sldLayoutMk cId="4263204709" sldId="2147483651"/>
              <ac:spMk id="3" creationId="{1141C5AE-AC69-9BCA-304D-B0A68BF58FEF}"/>
            </ac:spMkLst>
          </pc:spChg>
        </pc:sldLayoutChg>
        <pc:sldLayoutChg chg="modSp">
          <pc:chgData name="AADHISESHAN K S" userId="6129a77a4435de04" providerId="LiveId" clId="{32492927-1FCC-4925-95BE-FE2363711585}" dt="2026-10-09T13:38:52.088" v="366"/>
          <pc:sldLayoutMkLst>
            <pc:docMk/>
            <pc:sldMasterMk cId="3479747959" sldId="2147483648"/>
            <pc:sldLayoutMk cId="2343602343" sldId="2147483652"/>
          </pc:sldLayoutMkLst>
          <pc:spChg chg="mod">
            <ac:chgData name="AADHISESHAN K S" userId="6129a77a4435de04" providerId="LiveId" clId="{32492927-1FCC-4925-95BE-FE2363711585}" dt="2026-10-09T13:38:52.088" v="366"/>
            <ac:spMkLst>
              <pc:docMk/>
              <pc:sldMasterMk cId="3479747959" sldId="2147483648"/>
              <pc:sldLayoutMk cId="2343602343" sldId="2147483652"/>
              <ac:spMk id="3" creationId="{8741D175-A52B-BB7E-257A-5CADE79B7CA7}"/>
            </ac:spMkLst>
          </pc:spChg>
          <pc:spChg chg="mod">
            <ac:chgData name="AADHISESHAN K S" userId="6129a77a4435de04" providerId="LiveId" clId="{32492927-1FCC-4925-95BE-FE2363711585}" dt="2026-10-09T13:38:52.088" v="366"/>
            <ac:spMkLst>
              <pc:docMk/>
              <pc:sldMasterMk cId="3479747959" sldId="2147483648"/>
              <pc:sldLayoutMk cId="2343602343" sldId="2147483652"/>
              <ac:spMk id="4" creationId="{5C5C19F8-90C4-F601-9A48-763A93D6B6D1}"/>
            </ac:spMkLst>
          </pc:spChg>
        </pc:sldLayoutChg>
        <pc:sldLayoutChg chg="modSp">
          <pc:chgData name="AADHISESHAN K S" userId="6129a77a4435de04" providerId="LiveId" clId="{32492927-1FCC-4925-95BE-FE2363711585}" dt="2026-10-09T13:38:52.088" v="366"/>
          <pc:sldLayoutMkLst>
            <pc:docMk/>
            <pc:sldMasterMk cId="3479747959" sldId="2147483648"/>
            <pc:sldLayoutMk cId="1083236781" sldId="2147483653"/>
          </pc:sldLayoutMkLst>
          <pc:spChg chg="mod">
            <ac:chgData name="AADHISESHAN K S" userId="6129a77a4435de04" providerId="LiveId" clId="{32492927-1FCC-4925-95BE-FE2363711585}" dt="2026-10-09T13:38:52.088" v="366"/>
            <ac:spMkLst>
              <pc:docMk/>
              <pc:sldMasterMk cId="3479747959" sldId="2147483648"/>
              <pc:sldLayoutMk cId="1083236781" sldId="2147483653"/>
              <ac:spMk id="2" creationId="{5DECD9A7-C40B-9CCA-6EFA-F2B7CB47C021}"/>
            </ac:spMkLst>
          </pc:spChg>
          <pc:spChg chg="mod">
            <ac:chgData name="AADHISESHAN K S" userId="6129a77a4435de04" providerId="LiveId" clId="{32492927-1FCC-4925-95BE-FE2363711585}" dt="2026-10-09T13:38:52.088" v="366"/>
            <ac:spMkLst>
              <pc:docMk/>
              <pc:sldMasterMk cId="3479747959" sldId="2147483648"/>
              <pc:sldLayoutMk cId="1083236781" sldId="2147483653"/>
              <ac:spMk id="3" creationId="{A88CB6A8-98CA-D5FB-0802-278465FB6C62}"/>
            </ac:spMkLst>
          </pc:spChg>
          <pc:spChg chg="mod">
            <ac:chgData name="AADHISESHAN K S" userId="6129a77a4435de04" providerId="LiveId" clId="{32492927-1FCC-4925-95BE-FE2363711585}" dt="2026-10-09T13:38:52.088" v="366"/>
            <ac:spMkLst>
              <pc:docMk/>
              <pc:sldMasterMk cId="3479747959" sldId="2147483648"/>
              <pc:sldLayoutMk cId="1083236781" sldId="2147483653"/>
              <ac:spMk id="4" creationId="{D76DE047-A97F-ADA7-3271-4E8F53CD8CA4}"/>
            </ac:spMkLst>
          </pc:spChg>
          <pc:spChg chg="mod">
            <ac:chgData name="AADHISESHAN K S" userId="6129a77a4435de04" providerId="LiveId" clId="{32492927-1FCC-4925-95BE-FE2363711585}" dt="2026-10-09T13:38:52.088" v="366"/>
            <ac:spMkLst>
              <pc:docMk/>
              <pc:sldMasterMk cId="3479747959" sldId="2147483648"/>
              <pc:sldLayoutMk cId="1083236781" sldId="2147483653"/>
              <ac:spMk id="5" creationId="{37CF3299-BECA-DFFF-48EB-5655405F707A}"/>
            </ac:spMkLst>
          </pc:spChg>
          <pc:spChg chg="mod">
            <ac:chgData name="AADHISESHAN K S" userId="6129a77a4435de04" providerId="LiveId" clId="{32492927-1FCC-4925-95BE-FE2363711585}" dt="2026-10-09T13:38:52.088" v="366"/>
            <ac:spMkLst>
              <pc:docMk/>
              <pc:sldMasterMk cId="3479747959" sldId="2147483648"/>
              <pc:sldLayoutMk cId="1083236781" sldId="2147483653"/>
              <ac:spMk id="6" creationId="{451A4E36-5336-A49D-DA57-F8704F185CA7}"/>
            </ac:spMkLst>
          </pc:spChg>
        </pc:sldLayoutChg>
        <pc:sldLayoutChg chg="modSp">
          <pc:chgData name="AADHISESHAN K S" userId="6129a77a4435de04" providerId="LiveId" clId="{32492927-1FCC-4925-95BE-FE2363711585}" dt="2026-10-09T13:38:52.088" v="366"/>
          <pc:sldLayoutMkLst>
            <pc:docMk/>
            <pc:sldMasterMk cId="3479747959" sldId="2147483648"/>
            <pc:sldLayoutMk cId="4021948396" sldId="2147483656"/>
          </pc:sldLayoutMkLst>
          <pc:spChg chg="mod">
            <ac:chgData name="AADHISESHAN K S" userId="6129a77a4435de04" providerId="LiveId" clId="{32492927-1FCC-4925-95BE-FE2363711585}" dt="2026-10-09T13:38:52.088" v="366"/>
            <ac:spMkLst>
              <pc:docMk/>
              <pc:sldMasterMk cId="3479747959" sldId="2147483648"/>
              <pc:sldLayoutMk cId="4021948396" sldId="2147483656"/>
              <ac:spMk id="2" creationId="{C0BEE017-B751-3767-9178-506F72E0812B}"/>
            </ac:spMkLst>
          </pc:spChg>
          <pc:spChg chg="mod">
            <ac:chgData name="AADHISESHAN K S" userId="6129a77a4435de04" providerId="LiveId" clId="{32492927-1FCC-4925-95BE-FE2363711585}" dt="2026-10-09T13:38:52.088" v="366"/>
            <ac:spMkLst>
              <pc:docMk/>
              <pc:sldMasterMk cId="3479747959" sldId="2147483648"/>
              <pc:sldLayoutMk cId="4021948396" sldId="2147483656"/>
              <ac:spMk id="3" creationId="{5BAEFFD0-B28E-8FA2-10EF-49FE84FBB3DD}"/>
            </ac:spMkLst>
          </pc:spChg>
          <pc:spChg chg="mod">
            <ac:chgData name="AADHISESHAN K S" userId="6129a77a4435de04" providerId="LiveId" clId="{32492927-1FCC-4925-95BE-FE2363711585}" dt="2026-10-09T13:38:52.088" v="366"/>
            <ac:spMkLst>
              <pc:docMk/>
              <pc:sldMasterMk cId="3479747959" sldId="2147483648"/>
              <pc:sldLayoutMk cId="4021948396" sldId="2147483656"/>
              <ac:spMk id="4" creationId="{055AADC7-1C97-3CC4-EE6A-418130FC3C8D}"/>
            </ac:spMkLst>
          </pc:spChg>
        </pc:sldLayoutChg>
        <pc:sldLayoutChg chg="modSp">
          <pc:chgData name="AADHISESHAN K S" userId="6129a77a4435de04" providerId="LiveId" clId="{32492927-1FCC-4925-95BE-FE2363711585}" dt="2026-10-09T13:38:52.088" v="366"/>
          <pc:sldLayoutMkLst>
            <pc:docMk/>
            <pc:sldMasterMk cId="3479747959" sldId="2147483648"/>
            <pc:sldLayoutMk cId="3394439863" sldId="2147483657"/>
          </pc:sldLayoutMkLst>
          <pc:spChg chg="mod">
            <ac:chgData name="AADHISESHAN K S" userId="6129a77a4435de04" providerId="LiveId" clId="{32492927-1FCC-4925-95BE-FE2363711585}" dt="2026-10-09T13:38:52.088" v="366"/>
            <ac:spMkLst>
              <pc:docMk/>
              <pc:sldMasterMk cId="3479747959" sldId="2147483648"/>
              <pc:sldLayoutMk cId="3394439863" sldId="2147483657"/>
              <ac:spMk id="2" creationId="{2C451C1E-D9B9-77FB-593B-A29AC0BE8676}"/>
            </ac:spMkLst>
          </pc:spChg>
          <pc:spChg chg="mod">
            <ac:chgData name="AADHISESHAN K S" userId="6129a77a4435de04" providerId="LiveId" clId="{32492927-1FCC-4925-95BE-FE2363711585}" dt="2026-10-09T13:38:52.088" v="366"/>
            <ac:spMkLst>
              <pc:docMk/>
              <pc:sldMasterMk cId="3479747959" sldId="2147483648"/>
              <pc:sldLayoutMk cId="3394439863" sldId="2147483657"/>
              <ac:spMk id="3" creationId="{BD39BC5B-4FD9-862A-7E52-F8A2C53919C9}"/>
            </ac:spMkLst>
          </pc:spChg>
          <pc:spChg chg="mod">
            <ac:chgData name="AADHISESHAN K S" userId="6129a77a4435de04" providerId="LiveId" clId="{32492927-1FCC-4925-95BE-FE2363711585}" dt="2026-10-09T13:38:52.088" v="366"/>
            <ac:spMkLst>
              <pc:docMk/>
              <pc:sldMasterMk cId="3479747959" sldId="2147483648"/>
              <pc:sldLayoutMk cId="3394439863" sldId="2147483657"/>
              <ac:spMk id="4" creationId="{69EA862C-EE91-6F63-82C5-E528F8470B55}"/>
            </ac:spMkLst>
          </pc:spChg>
        </pc:sldLayoutChg>
        <pc:sldLayoutChg chg="modSp">
          <pc:chgData name="AADHISESHAN K S" userId="6129a77a4435de04" providerId="LiveId" clId="{32492927-1FCC-4925-95BE-FE2363711585}" dt="2026-10-09T13:38:52.088" v="366"/>
          <pc:sldLayoutMkLst>
            <pc:docMk/>
            <pc:sldMasterMk cId="3479747959" sldId="2147483648"/>
            <pc:sldLayoutMk cId="478958914" sldId="2147483659"/>
          </pc:sldLayoutMkLst>
          <pc:spChg chg="mod">
            <ac:chgData name="AADHISESHAN K S" userId="6129a77a4435de04" providerId="LiveId" clId="{32492927-1FCC-4925-95BE-FE2363711585}" dt="2026-10-09T13:38:52.088" v="366"/>
            <ac:spMkLst>
              <pc:docMk/>
              <pc:sldMasterMk cId="3479747959" sldId="2147483648"/>
              <pc:sldLayoutMk cId="478958914" sldId="2147483659"/>
              <ac:spMk id="2" creationId="{161E0A74-EFC5-E079-270A-916795FB64FB}"/>
            </ac:spMkLst>
          </pc:spChg>
          <pc:spChg chg="mod">
            <ac:chgData name="AADHISESHAN K S" userId="6129a77a4435de04" providerId="LiveId" clId="{32492927-1FCC-4925-95BE-FE2363711585}" dt="2026-10-09T13:38:52.088" v="366"/>
            <ac:spMkLst>
              <pc:docMk/>
              <pc:sldMasterMk cId="3479747959" sldId="2147483648"/>
              <pc:sldLayoutMk cId="478958914" sldId="2147483659"/>
              <ac:spMk id="3" creationId="{229BDD6D-B656-AF19-B56C-18B2FB24A333}"/>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BB2CBE-64A3-43F0-87C3-17E32B859AF6}" type="datetimeFigureOut">
              <a:rPr lang="en-IN" smtClean="0"/>
              <a:t>24-10-2026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C6210C-CD4A-439A-837F-9C616EEE0F07}" type="slidenum">
              <a:rPr lang="en-IN" smtClean="0"/>
              <a:t>‹#›</a:t>
            </a:fld>
            <a:endParaRPr lang="en-IN"/>
          </a:p>
        </p:txBody>
      </p:sp>
    </p:spTree>
    <p:extLst>
      <p:ext uri="{BB962C8B-B14F-4D97-AF65-F5344CB8AC3E}">
        <p14:creationId xmlns:p14="http://schemas.microsoft.com/office/powerpoint/2010/main" val="4286022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B8162-3D93-79EF-310B-4AF4F087BF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D039E6-B100-EC5B-17A5-16718577BB80}"/>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64862C-7C07-1F17-1D90-89BE4D8E9053}"/>
              </a:ext>
            </a:extLst>
          </p:cNvPr>
          <p:cNvSpPr>
            <a:spLocks noGrp="1"/>
          </p:cNvSpPr>
          <p:nvPr>
            <p:ph type="dt" sz="half" idx="10"/>
          </p:nvPr>
        </p:nvSpPr>
        <p:spPr/>
        <p:txBody>
          <a:bodyPr/>
          <a:lstStyle/>
          <a:p>
            <a:fld id="{8094039B-BF02-4170-AE44-5AD462AC7AC7}" type="datetime1">
              <a:rPr lang="en-IN" smtClean="0"/>
              <a:t>24-10-2026</a:t>
            </a:fld>
            <a:endParaRPr lang="en-IN"/>
          </a:p>
        </p:txBody>
      </p:sp>
      <p:sp>
        <p:nvSpPr>
          <p:cNvPr id="5" name="Footer Placeholder 4">
            <a:extLst>
              <a:ext uri="{FF2B5EF4-FFF2-40B4-BE49-F238E27FC236}">
                <a16:creationId xmlns:a16="http://schemas.microsoft.com/office/drawing/2014/main" id="{2A7EFD80-B83C-7C61-7FCF-A4DBBF9970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5B3C75-9AB8-7E5E-4C7F-9599780AB2ED}"/>
              </a:ext>
            </a:extLst>
          </p:cNvPr>
          <p:cNvSpPr>
            <a:spLocks noGrp="1"/>
          </p:cNvSpPr>
          <p:nvPr>
            <p:ph type="sldNum" sz="quarter" idx="12"/>
          </p:nvPr>
        </p:nvSpPr>
        <p:spPr/>
        <p:txBody>
          <a:bodyPr/>
          <a:lstStyle/>
          <a:p>
            <a:fld id="{3F89A050-2CE8-43E2-A037-2F45FBB835B5}" type="slidenum">
              <a:rPr lang="en-IN" smtClean="0"/>
              <a:t>‹#›</a:t>
            </a:fld>
            <a:endParaRPr lang="en-IN"/>
          </a:p>
        </p:txBody>
      </p:sp>
    </p:spTree>
    <p:extLst>
      <p:ext uri="{BB962C8B-B14F-4D97-AF65-F5344CB8AC3E}">
        <p14:creationId xmlns:p14="http://schemas.microsoft.com/office/powerpoint/2010/main" val="790078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5DDAE-AEB2-86F4-6C96-7051489AC9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BD0C64-2EA4-D307-9E44-ECDBBA0949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DFA325-077F-FBC3-6220-8D04F1D30DCC}"/>
              </a:ext>
            </a:extLst>
          </p:cNvPr>
          <p:cNvSpPr>
            <a:spLocks noGrp="1"/>
          </p:cNvSpPr>
          <p:nvPr>
            <p:ph type="dt" sz="half" idx="10"/>
          </p:nvPr>
        </p:nvSpPr>
        <p:spPr/>
        <p:txBody>
          <a:bodyPr/>
          <a:lstStyle/>
          <a:p>
            <a:fld id="{7B6FC1C8-A71A-40BB-B721-A12694F35B20}" type="datetime1">
              <a:rPr lang="en-IN" smtClean="0"/>
              <a:t>24-10-2026</a:t>
            </a:fld>
            <a:endParaRPr lang="en-IN"/>
          </a:p>
        </p:txBody>
      </p:sp>
      <p:sp>
        <p:nvSpPr>
          <p:cNvPr id="5" name="Footer Placeholder 4">
            <a:extLst>
              <a:ext uri="{FF2B5EF4-FFF2-40B4-BE49-F238E27FC236}">
                <a16:creationId xmlns:a16="http://schemas.microsoft.com/office/drawing/2014/main" id="{CB2A599A-534B-072A-0A60-2B3C76A984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D0D95D-2A7D-1412-6192-FDD7F2A52C59}"/>
              </a:ext>
            </a:extLst>
          </p:cNvPr>
          <p:cNvSpPr>
            <a:spLocks noGrp="1"/>
          </p:cNvSpPr>
          <p:nvPr>
            <p:ph type="sldNum" sz="quarter" idx="12"/>
          </p:nvPr>
        </p:nvSpPr>
        <p:spPr/>
        <p:txBody>
          <a:bodyPr/>
          <a:lstStyle/>
          <a:p>
            <a:fld id="{3F89A050-2CE8-43E2-A037-2F45FBB835B5}" type="slidenum">
              <a:rPr lang="en-IN" smtClean="0"/>
              <a:t>‹#›</a:t>
            </a:fld>
            <a:endParaRPr lang="en-IN"/>
          </a:p>
        </p:txBody>
      </p:sp>
    </p:spTree>
    <p:extLst>
      <p:ext uri="{BB962C8B-B14F-4D97-AF65-F5344CB8AC3E}">
        <p14:creationId xmlns:p14="http://schemas.microsoft.com/office/powerpoint/2010/main" val="3342851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4F6C2-F036-8618-C2CC-FEAD36B3ECB1}"/>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141C5AE-AC69-9BCA-304D-B0A68BF58FEF}"/>
              </a:ext>
            </a:extLst>
          </p:cNvPr>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FF7B85-EA56-1510-A1DC-3E94CF1385FA}"/>
              </a:ext>
            </a:extLst>
          </p:cNvPr>
          <p:cNvSpPr>
            <a:spLocks noGrp="1"/>
          </p:cNvSpPr>
          <p:nvPr>
            <p:ph type="dt" sz="half" idx="10"/>
          </p:nvPr>
        </p:nvSpPr>
        <p:spPr/>
        <p:txBody>
          <a:bodyPr/>
          <a:lstStyle/>
          <a:p>
            <a:fld id="{35C2D3A6-4DE5-4EE9-85B7-61A59769DDD2}" type="datetime1">
              <a:rPr lang="en-IN" smtClean="0"/>
              <a:t>24-10-2026</a:t>
            </a:fld>
            <a:endParaRPr lang="en-IN"/>
          </a:p>
        </p:txBody>
      </p:sp>
      <p:sp>
        <p:nvSpPr>
          <p:cNvPr id="5" name="Footer Placeholder 4">
            <a:extLst>
              <a:ext uri="{FF2B5EF4-FFF2-40B4-BE49-F238E27FC236}">
                <a16:creationId xmlns:a16="http://schemas.microsoft.com/office/drawing/2014/main" id="{F5EFDB72-EAFB-A7C2-11BD-DF66E4D00E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22F9F7-1B11-0298-D88D-E07954921E51}"/>
              </a:ext>
            </a:extLst>
          </p:cNvPr>
          <p:cNvSpPr>
            <a:spLocks noGrp="1"/>
          </p:cNvSpPr>
          <p:nvPr>
            <p:ph type="sldNum" sz="quarter" idx="12"/>
          </p:nvPr>
        </p:nvSpPr>
        <p:spPr/>
        <p:txBody>
          <a:bodyPr/>
          <a:lstStyle/>
          <a:p>
            <a:fld id="{3F89A050-2CE8-43E2-A037-2F45FBB835B5}" type="slidenum">
              <a:rPr lang="en-IN" smtClean="0"/>
              <a:t>‹#›</a:t>
            </a:fld>
            <a:endParaRPr lang="en-IN"/>
          </a:p>
        </p:txBody>
      </p:sp>
    </p:spTree>
    <p:extLst>
      <p:ext uri="{BB962C8B-B14F-4D97-AF65-F5344CB8AC3E}">
        <p14:creationId xmlns:p14="http://schemas.microsoft.com/office/powerpoint/2010/main" val="4263204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01FC9-53F7-CCBF-0680-DA323ADEE3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41D175-A52B-BB7E-257A-5CADE79B7C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5C19F8-90C4-F601-9A48-763A93D6B6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ECAA714-713F-B1AB-504E-AD2A718BC118}"/>
              </a:ext>
            </a:extLst>
          </p:cNvPr>
          <p:cNvSpPr>
            <a:spLocks noGrp="1"/>
          </p:cNvSpPr>
          <p:nvPr>
            <p:ph type="dt" sz="half" idx="10"/>
          </p:nvPr>
        </p:nvSpPr>
        <p:spPr/>
        <p:txBody>
          <a:bodyPr/>
          <a:lstStyle/>
          <a:p>
            <a:fld id="{553CB104-A90A-4EA3-A68C-18343D9C74DA}" type="datetime1">
              <a:rPr lang="en-IN" smtClean="0"/>
              <a:t>24-10-2026</a:t>
            </a:fld>
            <a:endParaRPr lang="en-IN"/>
          </a:p>
        </p:txBody>
      </p:sp>
      <p:sp>
        <p:nvSpPr>
          <p:cNvPr id="6" name="Footer Placeholder 5">
            <a:extLst>
              <a:ext uri="{FF2B5EF4-FFF2-40B4-BE49-F238E27FC236}">
                <a16:creationId xmlns:a16="http://schemas.microsoft.com/office/drawing/2014/main" id="{2835B7D7-4C7B-FDC7-61DA-DC8D812408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25E110-468D-770B-F22C-DAA1399E88CD}"/>
              </a:ext>
            </a:extLst>
          </p:cNvPr>
          <p:cNvSpPr>
            <a:spLocks noGrp="1"/>
          </p:cNvSpPr>
          <p:nvPr>
            <p:ph type="sldNum" sz="quarter" idx="12"/>
          </p:nvPr>
        </p:nvSpPr>
        <p:spPr/>
        <p:txBody>
          <a:bodyPr/>
          <a:lstStyle/>
          <a:p>
            <a:fld id="{3F89A050-2CE8-43E2-A037-2F45FBB835B5}" type="slidenum">
              <a:rPr lang="en-IN" smtClean="0"/>
              <a:t>‹#›</a:t>
            </a:fld>
            <a:endParaRPr lang="en-IN"/>
          </a:p>
        </p:txBody>
      </p:sp>
    </p:spTree>
    <p:extLst>
      <p:ext uri="{BB962C8B-B14F-4D97-AF65-F5344CB8AC3E}">
        <p14:creationId xmlns:p14="http://schemas.microsoft.com/office/powerpoint/2010/main" val="2343602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CD9A7-C40B-9CCA-6EFA-F2B7CB47C021}"/>
              </a:ext>
            </a:extLst>
          </p:cNvPr>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8CB6A8-98CA-D5FB-0802-278465FB6C62}"/>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6DE047-A97F-ADA7-3271-4E8F53CD8CA4}"/>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F3299-BECA-DFFF-48EB-5655405F707A}"/>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1A4E36-5336-A49D-DA57-F8704F185CA7}"/>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A1044B-DCE7-0A68-1567-56B9CF898456}"/>
              </a:ext>
            </a:extLst>
          </p:cNvPr>
          <p:cNvSpPr>
            <a:spLocks noGrp="1"/>
          </p:cNvSpPr>
          <p:nvPr>
            <p:ph type="dt" sz="half" idx="10"/>
          </p:nvPr>
        </p:nvSpPr>
        <p:spPr/>
        <p:txBody>
          <a:bodyPr/>
          <a:lstStyle/>
          <a:p>
            <a:fld id="{040EE107-572A-4A20-A511-F981A25429CB}" type="datetime1">
              <a:rPr lang="en-IN" smtClean="0"/>
              <a:t>24-10-2026</a:t>
            </a:fld>
            <a:endParaRPr lang="en-IN"/>
          </a:p>
        </p:txBody>
      </p:sp>
      <p:sp>
        <p:nvSpPr>
          <p:cNvPr id="8" name="Footer Placeholder 7">
            <a:extLst>
              <a:ext uri="{FF2B5EF4-FFF2-40B4-BE49-F238E27FC236}">
                <a16:creationId xmlns:a16="http://schemas.microsoft.com/office/drawing/2014/main" id="{364A9B0D-84DB-6611-B810-DFC4C8775BD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0AE302B-F34E-62D3-B5CA-389DCA9308E4}"/>
              </a:ext>
            </a:extLst>
          </p:cNvPr>
          <p:cNvSpPr>
            <a:spLocks noGrp="1"/>
          </p:cNvSpPr>
          <p:nvPr>
            <p:ph type="sldNum" sz="quarter" idx="12"/>
          </p:nvPr>
        </p:nvSpPr>
        <p:spPr/>
        <p:txBody>
          <a:bodyPr/>
          <a:lstStyle/>
          <a:p>
            <a:fld id="{3F89A050-2CE8-43E2-A037-2F45FBB835B5}" type="slidenum">
              <a:rPr lang="en-IN" smtClean="0"/>
              <a:t>‹#›</a:t>
            </a:fld>
            <a:endParaRPr lang="en-IN"/>
          </a:p>
        </p:txBody>
      </p:sp>
    </p:spTree>
    <p:extLst>
      <p:ext uri="{BB962C8B-B14F-4D97-AF65-F5344CB8AC3E}">
        <p14:creationId xmlns:p14="http://schemas.microsoft.com/office/powerpoint/2010/main" val="1083236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B145C-EEEB-174C-9887-9FCAD554383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7270D46-12BE-F0F7-D586-64914DE21EA4}"/>
              </a:ext>
            </a:extLst>
          </p:cNvPr>
          <p:cNvSpPr>
            <a:spLocks noGrp="1"/>
          </p:cNvSpPr>
          <p:nvPr>
            <p:ph type="dt" sz="half" idx="10"/>
          </p:nvPr>
        </p:nvSpPr>
        <p:spPr/>
        <p:txBody>
          <a:bodyPr/>
          <a:lstStyle/>
          <a:p>
            <a:fld id="{2FD92AED-89A1-4F5F-9479-FC918250B2C1}" type="datetime1">
              <a:rPr lang="en-IN" smtClean="0"/>
              <a:t>24-10-2026</a:t>
            </a:fld>
            <a:endParaRPr lang="en-IN"/>
          </a:p>
        </p:txBody>
      </p:sp>
      <p:sp>
        <p:nvSpPr>
          <p:cNvPr id="4" name="Footer Placeholder 3">
            <a:extLst>
              <a:ext uri="{FF2B5EF4-FFF2-40B4-BE49-F238E27FC236}">
                <a16:creationId xmlns:a16="http://schemas.microsoft.com/office/drawing/2014/main" id="{E02128BC-A221-0896-7AF3-CE46ABBA22C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9A700D-6CE2-390A-6EA3-4F4123FDD156}"/>
              </a:ext>
            </a:extLst>
          </p:cNvPr>
          <p:cNvSpPr>
            <a:spLocks noGrp="1"/>
          </p:cNvSpPr>
          <p:nvPr>
            <p:ph type="sldNum" sz="quarter" idx="12"/>
          </p:nvPr>
        </p:nvSpPr>
        <p:spPr/>
        <p:txBody>
          <a:bodyPr/>
          <a:lstStyle/>
          <a:p>
            <a:fld id="{3F89A050-2CE8-43E2-A037-2F45FBB835B5}" type="slidenum">
              <a:rPr lang="en-IN" smtClean="0"/>
              <a:t>‹#›</a:t>
            </a:fld>
            <a:endParaRPr lang="en-IN"/>
          </a:p>
        </p:txBody>
      </p:sp>
    </p:spTree>
    <p:extLst>
      <p:ext uri="{BB962C8B-B14F-4D97-AF65-F5344CB8AC3E}">
        <p14:creationId xmlns:p14="http://schemas.microsoft.com/office/powerpoint/2010/main" val="2996879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EC98EF-35D8-51B5-D769-675E3950DC1F}"/>
              </a:ext>
            </a:extLst>
          </p:cNvPr>
          <p:cNvSpPr>
            <a:spLocks noGrp="1"/>
          </p:cNvSpPr>
          <p:nvPr>
            <p:ph type="dt" sz="half" idx="10"/>
          </p:nvPr>
        </p:nvSpPr>
        <p:spPr/>
        <p:txBody>
          <a:bodyPr/>
          <a:lstStyle/>
          <a:p>
            <a:fld id="{9CE175EF-9BDC-4DCD-9F4D-8C9D65EB56AC}" type="datetime1">
              <a:rPr lang="en-IN" smtClean="0"/>
              <a:t>24-10-2026</a:t>
            </a:fld>
            <a:endParaRPr lang="en-IN"/>
          </a:p>
        </p:txBody>
      </p:sp>
      <p:sp>
        <p:nvSpPr>
          <p:cNvPr id="3" name="Footer Placeholder 2">
            <a:extLst>
              <a:ext uri="{FF2B5EF4-FFF2-40B4-BE49-F238E27FC236}">
                <a16:creationId xmlns:a16="http://schemas.microsoft.com/office/drawing/2014/main" id="{985832CD-0D56-FF23-3817-C4687C86743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61AC680-4693-35E8-19EC-C5C1180F4DEF}"/>
              </a:ext>
            </a:extLst>
          </p:cNvPr>
          <p:cNvSpPr>
            <a:spLocks noGrp="1"/>
          </p:cNvSpPr>
          <p:nvPr>
            <p:ph type="sldNum" sz="quarter" idx="12"/>
          </p:nvPr>
        </p:nvSpPr>
        <p:spPr/>
        <p:txBody>
          <a:bodyPr/>
          <a:lstStyle/>
          <a:p>
            <a:fld id="{3F89A050-2CE8-43E2-A037-2F45FBB835B5}" type="slidenum">
              <a:rPr lang="en-IN" smtClean="0"/>
              <a:t>‹#›</a:t>
            </a:fld>
            <a:endParaRPr lang="en-IN"/>
          </a:p>
        </p:txBody>
      </p:sp>
    </p:spTree>
    <p:extLst>
      <p:ext uri="{BB962C8B-B14F-4D97-AF65-F5344CB8AC3E}">
        <p14:creationId xmlns:p14="http://schemas.microsoft.com/office/powerpoint/2010/main" val="1040194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EE017-B751-3767-9178-506F72E081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BAEFFD0-B28E-8FA2-10EF-49FE84FBB3DD}"/>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5AADC7-1C97-3CC4-EE6A-418130FC3C8D}"/>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5D7CB7-DA9F-1719-76BA-456AE58A03E8}"/>
              </a:ext>
            </a:extLst>
          </p:cNvPr>
          <p:cNvSpPr>
            <a:spLocks noGrp="1"/>
          </p:cNvSpPr>
          <p:nvPr>
            <p:ph type="dt" sz="half" idx="10"/>
          </p:nvPr>
        </p:nvSpPr>
        <p:spPr/>
        <p:txBody>
          <a:bodyPr/>
          <a:lstStyle/>
          <a:p>
            <a:fld id="{6E473944-0057-4DD0-8F36-19984279AC06}" type="datetime1">
              <a:rPr lang="en-IN" smtClean="0"/>
              <a:t>24-10-2026</a:t>
            </a:fld>
            <a:endParaRPr lang="en-IN"/>
          </a:p>
        </p:txBody>
      </p:sp>
      <p:sp>
        <p:nvSpPr>
          <p:cNvPr id="6" name="Footer Placeholder 5">
            <a:extLst>
              <a:ext uri="{FF2B5EF4-FFF2-40B4-BE49-F238E27FC236}">
                <a16:creationId xmlns:a16="http://schemas.microsoft.com/office/drawing/2014/main" id="{6AFC4ED2-23D2-6DC9-C3A7-0892A74CE7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D22E5D-4526-0A23-73A0-241DF6EE1599}"/>
              </a:ext>
            </a:extLst>
          </p:cNvPr>
          <p:cNvSpPr>
            <a:spLocks noGrp="1"/>
          </p:cNvSpPr>
          <p:nvPr>
            <p:ph type="sldNum" sz="quarter" idx="12"/>
          </p:nvPr>
        </p:nvSpPr>
        <p:spPr/>
        <p:txBody>
          <a:bodyPr/>
          <a:lstStyle/>
          <a:p>
            <a:fld id="{3F89A050-2CE8-43E2-A037-2F45FBB835B5}" type="slidenum">
              <a:rPr lang="en-IN" smtClean="0"/>
              <a:t>‹#›</a:t>
            </a:fld>
            <a:endParaRPr lang="en-IN"/>
          </a:p>
        </p:txBody>
      </p:sp>
    </p:spTree>
    <p:extLst>
      <p:ext uri="{BB962C8B-B14F-4D97-AF65-F5344CB8AC3E}">
        <p14:creationId xmlns:p14="http://schemas.microsoft.com/office/powerpoint/2010/main" val="4021948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51C1E-D9B9-77FB-593B-A29AC0BE86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D39BC5B-4FD9-862A-7E52-F8A2C53919C9}"/>
              </a:ext>
            </a:extLst>
          </p:cNvPr>
          <p:cNvSpPr>
            <a:spLocks noGrp="1" noChangeAspect="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a:p>
        </p:txBody>
      </p:sp>
      <p:sp>
        <p:nvSpPr>
          <p:cNvPr id="4" name="Text Placeholder 3">
            <a:extLst>
              <a:ext uri="{FF2B5EF4-FFF2-40B4-BE49-F238E27FC236}">
                <a16:creationId xmlns:a16="http://schemas.microsoft.com/office/drawing/2014/main" id="{69EA862C-EE91-6F63-82C5-E528F8470B55}"/>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219C66-8632-6473-C7CD-36A90A89F76B}"/>
              </a:ext>
            </a:extLst>
          </p:cNvPr>
          <p:cNvSpPr>
            <a:spLocks noGrp="1"/>
          </p:cNvSpPr>
          <p:nvPr>
            <p:ph type="dt" sz="half" idx="10"/>
          </p:nvPr>
        </p:nvSpPr>
        <p:spPr/>
        <p:txBody>
          <a:bodyPr/>
          <a:lstStyle/>
          <a:p>
            <a:fld id="{DCB1A22E-F760-4AC2-8038-55AEFE773278}" type="datetime1">
              <a:rPr lang="en-IN" smtClean="0"/>
              <a:t>24-10-2026</a:t>
            </a:fld>
            <a:endParaRPr lang="en-IN"/>
          </a:p>
        </p:txBody>
      </p:sp>
      <p:sp>
        <p:nvSpPr>
          <p:cNvPr id="6" name="Footer Placeholder 5">
            <a:extLst>
              <a:ext uri="{FF2B5EF4-FFF2-40B4-BE49-F238E27FC236}">
                <a16:creationId xmlns:a16="http://schemas.microsoft.com/office/drawing/2014/main" id="{055E4B0A-66CE-45BC-9E52-514C1A19E7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87ADBA-DE34-2345-AEDA-D1CB04F28AD7}"/>
              </a:ext>
            </a:extLst>
          </p:cNvPr>
          <p:cNvSpPr>
            <a:spLocks noGrp="1"/>
          </p:cNvSpPr>
          <p:nvPr>
            <p:ph type="sldNum" sz="quarter" idx="12"/>
          </p:nvPr>
        </p:nvSpPr>
        <p:spPr/>
        <p:txBody>
          <a:bodyPr/>
          <a:lstStyle/>
          <a:p>
            <a:fld id="{3F89A050-2CE8-43E2-A037-2F45FBB835B5}" type="slidenum">
              <a:rPr lang="en-IN" smtClean="0"/>
              <a:t>‹#›</a:t>
            </a:fld>
            <a:endParaRPr lang="en-IN"/>
          </a:p>
        </p:txBody>
      </p:sp>
    </p:spTree>
    <p:extLst>
      <p:ext uri="{BB962C8B-B14F-4D97-AF65-F5344CB8AC3E}">
        <p14:creationId xmlns:p14="http://schemas.microsoft.com/office/powerpoint/2010/main" val="3394439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31BBC-CF88-D42B-1EBE-13CF6FC4050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B61DBC-77D6-F84B-B525-985D070327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E39938-06A1-E62B-CEDF-A0BD57FF4D08}"/>
              </a:ext>
            </a:extLst>
          </p:cNvPr>
          <p:cNvSpPr>
            <a:spLocks noGrp="1"/>
          </p:cNvSpPr>
          <p:nvPr>
            <p:ph type="dt" sz="half" idx="10"/>
          </p:nvPr>
        </p:nvSpPr>
        <p:spPr/>
        <p:txBody>
          <a:bodyPr/>
          <a:lstStyle/>
          <a:p>
            <a:fld id="{65230DF2-9BBA-44DE-8136-E164558966DC}" type="datetime1">
              <a:rPr lang="en-IN" smtClean="0"/>
              <a:t>24-10-2026</a:t>
            </a:fld>
            <a:endParaRPr lang="en-IN"/>
          </a:p>
        </p:txBody>
      </p:sp>
      <p:sp>
        <p:nvSpPr>
          <p:cNvPr id="5" name="Footer Placeholder 4">
            <a:extLst>
              <a:ext uri="{FF2B5EF4-FFF2-40B4-BE49-F238E27FC236}">
                <a16:creationId xmlns:a16="http://schemas.microsoft.com/office/drawing/2014/main" id="{9765E946-24C4-B8BC-8CA1-332E377A9D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CB5CC8-2267-22AC-FDE7-06090A2370A4}"/>
              </a:ext>
            </a:extLst>
          </p:cNvPr>
          <p:cNvSpPr>
            <a:spLocks noGrp="1"/>
          </p:cNvSpPr>
          <p:nvPr>
            <p:ph type="sldNum" sz="quarter" idx="12"/>
          </p:nvPr>
        </p:nvSpPr>
        <p:spPr/>
        <p:txBody>
          <a:bodyPr/>
          <a:lstStyle/>
          <a:p>
            <a:fld id="{3F89A050-2CE8-43E2-A037-2F45FBB835B5}" type="slidenum">
              <a:rPr lang="en-IN" smtClean="0"/>
              <a:t>‹#›</a:t>
            </a:fld>
            <a:endParaRPr lang="en-IN"/>
          </a:p>
        </p:txBody>
      </p:sp>
    </p:spTree>
    <p:extLst>
      <p:ext uri="{BB962C8B-B14F-4D97-AF65-F5344CB8AC3E}">
        <p14:creationId xmlns:p14="http://schemas.microsoft.com/office/powerpoint/2010/main" val="3133300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1E0A74-EFC5-E079-270A-916795FB64FB}"/>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29BDD6D-B656-AF19-B56C-18B2FB24A333}"/>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A478F7-8BC9-C899-FF95-BC518D315C87}"/>
              </a:ext>
            </a:extLst>
          </p:cNvPr>
          <p:cNvSpPr>
            <a:spLocks noGrp="1"/>
          </p:cNvSpPr>
          <p:nvPr>
            <p:ph type="dt" sz="half" idx="10"/>
          </p:nvPr>
        </p:nvSpPr>
        <p:spPr/>
        <p:txBody>
          <a:bodyPr/>
          <a:lstStyle/>
          <a:p>
            <a:fld id="{5F6B39F1-4FAC-45E1-B1BE-7D93455FFEC5}" type="datetime1">
              <a:rPr lang="en-IN" smtClean="0"/>
              <a:t>24-10-2026</a:t>
            </a:fld>
            <a:endParaRPr lang="en-IN"/>
          </a:p>
        </p:txBody>
      </p:sp>
      <p:sp>
        <p:nvSpPr>
          <p:cNvPr id="5" name="Footer Placeholder 4">
            <a:extLst>
              <a:ext uri="{FF2B5EF4-FFF2-40B4-BE49-F238E27FC236}">
                <a16:creationId xmlns:a16="http://schemas.microsoft.com/office/drawing/2014/main" id="{191E06BD-09E5-EF4D-9DE9-B8C9E58A48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E865C3-0B59-E9BD-2BBB-658D4FE324A7}"/>
              </a:ext>
            </a:extLst>
          </p:cNvPr>
          <p:cNvSpPr>
            <a:spLocks noGrp="1"/>
          </p:cNvSpPr>
          <p:nvPr>
            <p:ph type="sldNum" sz="quarter" idx="12"/>
          </p:nvPr>
        </p:nvSpPr>
        <p:spPr/>
        <p:txBody>
          <a:bodyPr/>
          <a:lstStyle/>
          <a:p>
            <a:fld id="{3F89A050-2CE8-43E2-A037-2F45FBB835B5}" type="slidenum">
              <a:rPr lang="en-IN" smtClean="0"/>
              <a:t>‹#›</a:t>
            </a:fld>
            <a:endParaRPr lang="en-IN"/>
          </a:p>
        </p:txBody>
      </p:sp>
    </p:spTree>
    <p:extLst>
      <p:ext uri="{BB962C8B-B14F-4D97-AF65-F5344CB8AC3E}">
        <p14:creationId xmlns:p14="http://schemas.microsoft.com/office/powerpoint/2010/main" val="478958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189B85-F31E-919D-FCEF-5D468F98A55A}"/>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DACCEC-5F89-5D2D-B96E-4091093AD6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F0D0B4-9BBB-A604-09C4-B52D186355A1}"/>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299890-DA42-439C-9CAC-6AB45EC4ECE0}" type="datetime1">
              <a:rPr lang="en-IN" smtClean="0"/>
              <a:t>24-10-2026</a:t>
            </a:fld>
            <a:endParaRPr lang="en-IN"/>
          </a:p>
        </p:txBody>
      </p:sp>
      <p:sp>
        <p:nvSpPr>
          <p:cNvPr id="5" name="Footer Placeholder 4">
            <a:extLst>
              <a:ext uri="{FF2B5EF4-FFF2-40B4-BE49-F238E27FC236}">
                <a16:creationId xmlns:a16="http://schemas.microsoft.com/office/drawing/2014/main" id="{B450F5C6-E96C-6627-78D5-F6D4D0C81AFD}"/>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B9AD9C9-2D10-3486-EEA8-C18725D98807}"/>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89A050-2CE8-43E2-A037-2F45FBB835B5}" type="slidenum">
              <a:rPr lang="en-IN" smtClean="0"/>
              <a:t>‹#›</a:t>
            </a:fld>
            <a:endParaRPr lang="en-IN"/>
          </a:p>
        </p:txBody>
      </p:sp>
    </p:spTree>
    <p:extLst>
      <p:ext uri="{BB962C8B-B14F-4D97-AF65-F5344CB8AC3E}">
        <p14:creationId xmlns:p14="http://schemas.microsoft.com/office/powerpoint/2010/main" val="3479747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doi.org/10.1016/j.cmpb.2026.109266" TargetMode="External"/><Relationship Id="rId3" Type="http://schemas.openxmlformats.org/officeDocument/2006/relationships/hyperlink" Target="https://doi.org/10.1016/j.health.2025.100390" TargetMode="External"/><Relationship Id="rId7" Type="http://schemas.openxmlformats.org/officeDocument/2006/relationships/hyperlink" Target="https://www.nature.com/articles/s41598-026-62441-2" TargetMode="External"/><Relationship Id="rId2" Type="http://schemas.openxmlformats.org/officeDocument/2006/relationships/hyperlink" Target="https://doi.org/10.3390/healthcare13202588" TargetMode="External"/><Relationship Id="rId1" Type="http://schemas.openxmlformats.org/officeDocument/2006/relationships/slideLayout" Target="../slideLayouts/slideLayout2.xml"/><Relationship Id="rId6" Type="http://schemas.openxmlformats.org/officeDocument/2006/relationships/hyperlink" Target="https://doi.org/10.1016/j.ibmed.2026.100400" TargetMode="External"/><Relationship Id="rId5" Type="http://schemas.openxmlformats.org/officeDocument/2006/relationships/hyperlink" Target="https://doi.org/10.1186/s12982-025-01236-8" TargetMode="External"/><Relationship Id="rId4" Type="http://schemas.openxmlformats.org/officeDocument/2006/relationships/hyperlink" Target="https://doi.org/10.1038/s41598-025-15867-z"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79193-C66E-437F-EB89-C2527C3FB1BD}"/>
              </a:ext>
            </a:extLst>
          </p:cNvPr>
          <p:cNvSpPr>
            <a:spLocks noGrp="1"/>
          </p:cNvSpPr>
          <p:nvPr>
            <p:ph type="ctrTitle"/>
          </p:nvPr>
        </p:nvSpPr>
        <p:spPr>
          <a:xfrm>
            <a:off x="747045" y="2209800"/>
            <a:ext cx="10759155" cy="1300163"/>
          </a:xfrm>
        </p:spPr>
        <p:txBody>
          <a:bodyPr anchor="ctr">
            <a:noAutofit/>
          </a:bodyPr>
          <a:lstStyle/>
          <a:p>
            <a:r>
              <a:rPr lang="en-IN" sz="2400" b="1" dirty="0">
                <a:latin typeface="Times New Roman" panose="02020603050405020304" pitchFamily="18" charset="0"/>
                <a:cs typeface="Times New Roman" panose="02020603050405020304" pitchFamily="18" charset="0"/>
              </a:rPr>
              <a:t>An Explainable Machine Learning Framework for Diabetes Risk Prediction and Personalized Health Monitoring</a:t>
            </a:r>
          </a:p>
        </p:txBody>
      </p:sp>
      <p:sp>
        <p:nvSpPr>
          <p:cNvPr id="3" name="Subtitle 2">
            <a:extLst>
              <a:ext uri="{FF2B5EF4-FFF2-40B4-BE49-F238E27FC236}">
                <a16:creationId xmlns:a16="http://schemas.microsoft.com/office/drawing/2014/main" id="{174CB964-BB5B-0F41-C32D-B72244165195}"/>
              </a:ext>
            </a:extLst>
          </p:cNvPr>
          <p:cNvSpPr>
            <a:spLocks noGrp="1"/>
          </p:cNvSpPr>
          <p:nvPr>
            <p:ph type="subTitle" idx="1"/>
          </p:nvPr>
        </p:nvSpPr>
        <p:spPr>
          <a:xfrm>
            <a:off x="747045" y="3602037"/>
            <a:ext cx="10759155" cy="1655763"/>
          </a:xfrm>
        </p:spPr>
        <p:txBody>
          <a:bodyPr>
            <a:normAutofit fontScale="92500" lnSpcReduction="10000"/>
          </a:bodyPr>
          <a:lstStyle/>
          <a:p>
            <a:pPr algn="l"/>
            <a:r>
              <a:rPr lang="en-US" dirty="0">
                <a:latin typeface="Times New Roman" pitchFamily="18" charset="0"/>
                <a:cs typeface="Times New Roman" pitchFamily="18" charset="0"/>
              </a:rPr>
              <a:t> </a:t>
            </a:r>
          </a:p>
          <a:p>
            <a:pPr algn="l"/>
            <a:r>
              <a:rPr lang="en-US" b="1" dirty="0">
                <a:latin typeface="Times New Roman" pitchFamily="18" charset="0"/>
                <a:cs typeface="Times New Roman" pitchFamily="18" charset="0"/>
              </a:rPr>
              <a:t>Guide By                                                           </a:t>
            </a:r>
          </a:p>
          <a:p>
            <a:pPr algn="l"/>
            <a:r>
              <a:rPr lang="en-US" dirty="0">
                <a:latin typeface="Times New Roman" pitchFamily="18" charset="0"/>
                <a:cs typeface="Times New Roman" pitchFamily="18" charset="0"/>
              </a:rPr>
              <a:t>  	</a:t>
            </a:r>
            <a:r>
              <a:rPr lang="en-US" sz="2200" dirty="0" err="1">
                <a:latin typeface="Times New Roman" pitchFamily="18" charset="0"/>
                <a:cs typeface="Times New Roman" pitchFamily="18" charset="0"/>
              </a:rPr>
              <a:t>Mrs.D.SUGANTHI</a:t>
            </a:r>
            <a:r>
              <a:rPr lang="en-US" sz="2200" dirty="0">
                <a:latin typeface="Times New Roman" pitchFamily="18" charset="0"/>
                <a:cs typeface="Times New Roman" pitchFamily="18" charset="0"/>
              </a:rPr>
              <a:t>, AP/CSE     </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Presented by                    </a:t>
            </a:r>
          </a:p>
          <a:p>
            <a:r>
              <a:rPr lang="en-US" dirty="0">
                <a:latin typeface="Times New Roman" pitchFamily="18" charset="0"/>
                <a:cs typeface="Times New Roman" pitchFamily="18" charset="0"/>
              </a:rPr>
              <a:t>                                                                               </a:t>
            </a:r>
            <a:r>
              <a:rPr lang="en-US" sz="2200" dirty="0">
                <a:latin typeface="Times New Roman" pitchFamily="18" charset="0"/>
                <a:cs typeface="Times New Roman" pitchFamily="18" charset="0"/>
              </a:rPr>
              <a:t>AADHISESHAN K S (731725405001) </a:t>
            </a:r>
            <a:endParaRPr lang="en-IN" sz="2200" dirty="0"/>
          </a:p>
        </p:txBody>
      </p:sp>
      <p:pic>
        <p:nvPicPr>
          <p:cNvPr id="5" name="Picture 4" descr="1200px-Anna_University_Logo.svg.png">
            <a:extLst>
              <a:ext uri="{FF2B5EF4-FFF2-40B4-BE49-F238E27FC236}">
                <a16:creationId xmlns:a16="http://schemas.microsoft.com/office/drawing/2014/main" id="{CC941C87-32AE-C201-D755-C3727A16AA98}"/>
              </a:ext>
            </a:extLst>
          </p:cNvPr>
          <p:cNvPicPr/>
          <p:nvPr/>
        </p:nvPicPr>
        <p:blipFill>
          <a:blip r:embed="rId2" cstate="print"/>
          <a:stretch>
            <a:fillRect/>
          </a:stretch>
        </p:blipFill>
        <p:spPr>
          <a:xfrm>
            <a:off x="270932" y="252116"/>
            <a:ext cx="914400" cy="990600"/>
          </a:xfrm>
          <a:prstGeom prst="rect">
            <a:avLst/>
          </a:prstGeom>
        </p:spPr>
      </p:pic>
      <p:pic>
        <p:nvPicPr>
          <p:cNvPr id="7" name="Picture 6" descr="download.jpg">
            <a:extLst>
              <a:ext uri="{FF2B5EF4-FFF2-40B4-BE49-F238E27FC236}">
                <a16:creationId xmlns:a16="http://schemas.microsoft.com/office/drawing/2014/main" id="{8EC46C4F-70BC-E3B7-A769-C0180CCB3036}"/>
              </a:ext>
            </a:extLst>
          </p:cNvPr>
          <p:cNvPicPr/>
          <p:nvPr/>
        </p:nvPicPr>
        <p:blipFill>
          <a:blip r:embed="rId3" cstate="print"/>
          <a:stretch>
            <a:fillRect/>
          </a:stretch>
        </p:blipFill>
        <p:spPr>
          <a:xfrm>
            <a:off x="11048999" y="183950"/>
            <a:ext cx="914400" cy="1126935"/>
          </a:xfrm>
          <a:prstGeom prst="rect">
            <a:avLst/>
          </a:prstGeom>
        </p:spPr>
      </p:pic>
      <p:sp>
        <p:nvSpPr>
          <p:cNvPr id="9" name="TextBox 8">
            <a:extLst>
              <a:ext uri="{FF2B5EF4-FFF2-40B4-BE49-F238E27FC236}">
                <a16:creationId xmlns:a16="http://schemas.microsoft.com/office/drawing/2014/main" id="{F69E2D69-8250-2449-DC66-70974EBF0026}"/>
              </a:ext>
            </a:extLst>
          </p:cNvPr>
          <p:cNvSpPr txBox="1"/>
          <p:nvPr/>
        </p:nvSpPr>
        <p:spPr>
          <a:xfrm>
            <a:off x="1320800" y="503074"/>
            <a:ext cx="9592733" cy="1969770"/>
          </a:xfrm>
          <a:prstGeom prst="rect">
            <a:avLst/>
          </a:prstGeom>
          <a:noFill/>
        </p:spPr>
        <p:txBody>
          <a:bodyPr wrap="square">
            <a:spAutoFit/>
          </a:bodyPr>
          <a:lstStyle/>
          <a:p>
            <a:pPr algn="ctr"/>
            <a:r>
              <a:rPr lang="en-US" sz="2800" b="1" dirty="0">
                <a:latin typeface="Times New Roman" pitchFamily="18" charset="0"/>
                <a:cs typeface="Times New Roman" pitchFamily="18" charset="0"/>
              </a:rPr>
              <a:t>M.P. NACHIMUTHU M. JAGANATHAN ENGINEERING COLLEGE, CHENNIMALAI</a:t>
            </a:r>
            <a:br>
              <a:rPr lang="en-US" sz="2400" b="1" dirty="0">
                <a:latin typeface="Times New Roman" pitchFamily="18" charset="0"/>
                <a:cs typeface="Times New Roman" pitchFamily="18" charset="0"/>
              </a:rPr>
            </a:b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DEPARTMENT OF COMPUTER SCIENCE AND ENGINEERING</a:t>
            </a:r>
            <a:br>
              <a:rPr lang="en-IN" sz="2400" b="1" dirty="0">
                <a:latin typeface="Times New Roman" pitchFamily="18" charset="0"/>
                <a:cs typeface="Times New Roman" pitchFamily="18" charset="0"/>
              </a:rPr>
            </a:br>
            <a:endParaRPr lang="en-IN" dirty="0"/>
          </a:p>
        </p:txBody>
      </p:sp>
      <p:sp>
        <p:nvSpPr>
          <p:cNvPr id="4" name="Slide Number Placeholder 3">
            <a:extLst>
              <a:ext uri="{FF2B5EF4-FFF2-40B4-BE49-F238E27FC236}">
                <a16:creationId xmlns:a16="http://schemas.microsoft.com/office/drawing/2014/main" id="{AFCC9AD7-2644-5201-113A-BA6E7E72C015}"/>
              </a:ext>
            </a:extLst>
          </p:cNvPr>
          <p:cNvSpPr>
            <a:spLocks noGrp="1"/>
          </p:cNvSpPr>
          <p:nvPr>
            <p:ph type="sldNum" sz="quarter" idx="12"/>
          </p:nvPr>
        </p:nvSpPr>
        <p:spPr/>
        <p:txBody>
          <a:bodyPr/>
          <a:lstStyle/>
          <a:p>
            <a:fld id="{3F89A050-2CE8-43E2-A037-2F45FBB835B5}" type="slidenum">
              <a:rPr lang="en-IN" smtClean="0"/>
              <a:t>1</a:t>
            </a:fld>
            <a:endParaRPr lang="en-IN"/>
          </a:p>
        </p:txBody>
      </p:sp>
    </p:spTree>
    <p:extLst>
      <p:ext uri="{BB962C8B-B14F-4D97-AF65-F5344CB8AC3E}">
        <p14:creationId xmlns:p14="http://schemas.microsoft.com/office/powerpoint/2010/main" val="2475509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658BF-3737-5429-5D69-C4E77D6D9821}"/>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89832A6-7344-4265-72CE-73DDAF2A84EE}"/>
              </a:ext>
            </a:extLst>
          </p:cNvPr>
          <p:cNvSpPr>
            <a:spLocks noGrp="1"/>
          </p:cNvSpPr>
          <p:nvPr>
            <p:ph idx="1"/>
          </p:nvPr>
        </p:nvSpPr>
        <p:spPr>
          <a:xfrm>
            <a:off x="838200" y="1270002"/>
            <a:ext cx="10515600" cy="5067831"/>
          </a:xfrm>
        </p:spPr>
        <p:txBody>
          <a:bodyPr anchor="t">
            <a:normAutofit fontScale="92500" lnSpcReduction="20000"/>
          </a:bodyPr>
          <a:lstStyle/>
          <a:p>
            <a:pPr algn="just">
              <a:lnSpc>
                <a:spcPct val="150000"/>
              </a:lnSpc>
            </a:pPr>
            <a:r>
              <a:rPr lang="en-IN" sz="2000" dirty="0">
                <a:latin typeface="Times New Roman" panose="02020603050405020304" pitchFamily="18" charset="0"/>
                <a:cs typeface="Times New Roman" panose="02020603050405020304" pitchFamily="18" charset="0"/>
              </a:rPr>
              <a:t>Diabetes is a chronic metabolic disorder that requires early risk assessment and continuous health monitoring. Conventional machine learning approaches can predict diabetes risk from patient health parameters, but many systems provide limited explanations and lack personalized monitoring capabilities.</a:t>
            </a:r>
          </a:p>
          <a:p>
            <a:pPr algn="just">
              <a:lnSpc>
                <a:spcPct val="150000"/>
              </a:lnSpc>
            </a:pPr>
            <a:r>
              <a:rPr lang="en-IN" sz="2000" dirty="0">
                <a:latin typeface="Times New Roman" panose="02020603050405020304" pitchFamily="18" charset="0"/>
                <a:cs typeface="Times New Roman" panose="02020603050405020304" pitchFamily="18" charset="0"/>
              </a:rPr>
              <a:t>This project proposes an explainable machine learning framework that uses patient health data to estimate diabetes risk. Algorithms such as Logistic Regression, Random Forest, and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will be trained and evaluated to identify a suitable predictive model. SHAP (</a:t>
            </a:r>
            <a:r>
              <a:rPr lang="en-IN" sz="2000" dirty="0" err="1">
                <a:latin typeface="Times New Roman" panose="02020603050405020304" pitchFamily="18" charset="0"/>
                <a:cs typeface="Times New Roman" panose="02020603050405020304" pitchFamily="18" charset="0"/>
              </a:rPr>
              <a:t>SHapley</a:t>
            </a:r>
            <a:r>
              <a:rPr lang="en-IN" sz="2000" dirty="0">
                <a:latin typeface="Times New Roman" panose="02020603050405020304" pitchFamily="18" charset="0"/>
                <a:cs typeface="Times New Roman" panose="02020603050405020304" pitchFamily="18" charset="0"/>
              </a:rPr>
              <a:t> Additive </a:t>
            </a:r>
            <a:r>
              <a:rPr lang="en-IN" sz="2000" dirty="0" err="1">
                <a:latin typeface="Times New Roman" panose="02020603050405020304" pitchFamily="18" charset="0"/>
                <a:cs typeface="Times New Roman" panose="02020603050405020304" pitchFamily="18" charset="0"/>
              </a:rPr>
              <a:t>exPlanations</a:t>
            </a:r>
            <a:r>
              <a:rPr lang="en-IN" sz="2000" dirty="0">
                <a:latin typeface="Times New Roman" panose="02020603050405020304" pitchFamily="18" charset="0"/>
                <a:cs typeface="Times New Roman" panose="02020603050405020304" pitchFamily="18" charset="0"/>
              </a:rPr>
              <a:t>) will be integrated to explain the contribution of individual features to the predictions.</a:t>
            </a:r>
          </a:p>
          <a:p>
            <a:pPr algn="just">
              <a:lnSpc>
                <a:spcPct val="150000"/>
              </a:lnSpc>
            </a:pPr>
            <a:r>
              <a:rPr lang="en-IN" sz="2000" dirty="0">
                <a:latin typeface="Times New Roman" panose="02020603050405020304" pitchFamily="18" charset="0"/>
                <a:cs typeface="Times New Roman" panose="02020603050405020304" pitchFamily="18" charset="0"/>
              </a:rPr>
              <a:t>The framework will also maintain historical health measurements, visualize changes in predicted risk over time, and provide general health-monitoring information through an interactive dashboard. The objective is to develop a transparent, interpretable, and user-friendly decision-support system for diabetes risk assessment and monitoring.</a:t>
            </a:r>
          </a:p>
        </p:txBody>
      </p:sp>
      <p:sp>
        <p:nvSpPr>
          <p:cNvPr id="4" name="Slide Number Placeholder 3">
            <a:extLst>
              <a:ext uri="{FF2B5EF4-FFF2-40B4-BE49-F238E27FC236}">
                <a16:creationId xmlns:a16="http://schemas.microsoft.com/office/drawing/2014/main" id="{2F990D4F-DF8A-50CB-BED6-226533CC39E3}"/>
              </a:ext>
            </a:extLst>
          </p:cNvPr>
          <p:cNvSpPr>
            <a:spLocks noGrp="1"/>
          </p:cNvSpPr>
          <p:nvPr>
            <p:ph type="sldNum" sz="quarter" idx="12"/>
          </p:nvPr>
        </p:nvSpPr>
        <p:spPr/>
        <p:txBody>
          <a:bodyPr/>
          <a:lstStyle/>
          <a:p>
            <a:fld id="{3F89A050-2CE8-43E2-A037-2F45FBB835B5}" type="slidenum">
              <a:rPr lang="en-IN" smtClean="0"/>
              <a:t>2</a:t>
            </a:fld>
            <a:endParaRPr lang="en-IN"/>
          </a:p>
        </p:txBody>
      </p:sp>
    </p:spTree>
    <p:extLst>
      <p:ext uri="{BB962C8B-B14F-4D97-AF65-F5344CB8AC3E}">
        <p14:creationId xmlns:p14="http://schemas.microsoft.com/office/powerpoint/2010/main" val="1089947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BD5EC-AA4E-D99F-C598-F2563D1B0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90D42-899B-3799-DEBB-A419B544286A}"/>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OBJECTIVES OF THE PROJECT</a:t>
            </a:r>
          </a:p>
        </p:txBody>
      </p:sp>
      <p:sp>
        <p:nvSpPr>
          <p:cNvPr id="3" name="Content Placeholder 2">
            <a:extLst>
              <a:ext uri="{FF2B5EF4-FFF2-40B4-BE49-F238E27FC236}">
                <a16:creationId xmlns:a16="http://schemas.microsoft.com/office/drawing/2014/main" id="{FAD48288-3C2C-6B95-BD1C-185E830012DB}"/>
              </a:ext>
            </a:extLst>
          </p:cNvPr>
          <p:cNvSpPr>
            <a:spLocks noGrp="1"/>
          </p:cNvSpPr>
          <p:nvPr>
            <p:ph idx="1"/>
          </p:nvPr>
        </p:nvSpPr>
        <p:spPr>
          <a:xfrm>
            <a:off x="838200" y="1270002"/>
            <a:ext cx="10515600" cy="5067831"/>
          </a:xfrm>
        </p:spPr>
        <p:txBody>
          <a:bodyPr anchor="ctr">
            <a:normAutofit/>
          </a:bodyPr>
          <a:lstStyle/>
          <a:p>
            <a:pPr algn="just">
              <a:lnSpc>
                <a:spcPct val="150000"/>
              </a:lnSpc>
            </a:pPr>
            <a:r>
              <a:rPr lang="en-IN" sz="2000" dirty="0">
                <a:latin typeface="Times New Roman" panose="02020603050405020304" pitchFamily="18" charset="0"/>
                <a:cs typeface="Times New Roman" panose="02020603050405020304" pitchFamily="18" charset="0"/>
              </a:rPr>
              <a:t>To develop a machine learning model for estimating diabetes risk using relevant patient health parameters.</a:t>
            </a:r>
          </a:p>
          <a:p>
            <a:pPr algn="just">
              <a:lnSpc>
                <a:spcPct val="150000"/>
              </a:lnSpc>
            </a:pPr>
            <a:r>
              <a:rPr lang="en-IN" sz="2000" dirty="0">
                <a:latin typeface="Times New Roman" panose="02020603050405020304" pitchFamily="18" charset="0"/>
                <a:cs typeface="Times New Roman" panose="02020603050405020304" pitchFamily="18" charset="0"/>
              </a:rPr>
              <a:t>To compare multiple machine learning algorithms and evaluate their predictive performance.</a:t>
            </a:r>
          </a:p>
          <a:p>
            <a:pPr algn="just">
              <a:lnSpc>
                <a:spcPct val="150000"/>
              </a:lnSpc>
            </a:pPr>
            <a:r>
              <a:rPr lang="en-IN" sz="2000" dirty="0">
                <a:latin typeface="Times New Roman" panose="02020603050405020304" pitchFamily="18" charset="0"/>
                <a:cs typeface="Times New Roman" panose="02020603050405020304" pitchFamily="18" charset="0"/>
              </a:rPr>
              <a:t>To apply Explainable AI techniques to identify the major factors influencing individual predictions.</a:t>
            </a:r>
          </a:p>
          <a:p>
            <a:pPr algn="just">
              <a:lnSpc>
                <a:spcPct val="150000"/>
              </a:lnSpc>
            </a:pPr>
            <a:r>
              <a:rPr lang="en-IN" sz="2000" dirty="0">
                <a:latin typeface="Times New Roman" panose="02020603050405020304" pitchFamily="18" charset="0"/>
                <a:cs typeface="Times New Roman" panose="02020603050405020304" pitchFamily="18" charset="0"/>
              </a:rPr>
              <a:t>To develop a personalized health-monitoring mechanism that stores measurements and tracks predicted risk over time.</a:t>
            </a:r>
          </a:p>
          <a:p>
            <a:pPr algn="just">
              <a:lnSpc>
                <a:spcPct val="150000"/>
              </a:lnSpc>
            </a:pPr>
            <a:r>
              <a:rPr lang="en-IN" sz="2000" dirty="0">
                <a:latin typeface="Times New Roman" panose="02020603050405020304" pitchFamily="18" charset="0"/>
                <a:cs typeface="Times New Roman" panose="02020603050405020304" pitchFamily="18" charset="0"/>
              </a:rPr>
              <a:t>To visualize risk estimates, feature contributions, and historical trends using an interactive dashboard.</a:t>
            </a:r>
          </a:p>
          <a:p>
            <a:pPr algn="just">
              <a:lnSpc>
                <a:spcPct val="150000"/>
              </a:lnSpc>
            </a:pPr>
            <a:r>
              <a:rPr lang="en-IN" sz="2000" dirty="0">
                <a:latin typeface="Times New Roman" panose="02020603050405020304" pitchFamily="18" charset="0"/>
                <a:cs typeface="Times New Roman" panose="02020603050405020304" pitchFamily="18" charset="0"/>
              </a:rPr>
              <a:t>To evaluate the framework using appropriate classification, calibration, and explainability metrics</a:t>
            </a:r>
            <a:r>
              <a:rPr lang="en-IN" sz="2000" dirty="0"/>
              <a:t>.</a:t>
            </a:r>
          </a:p>
        </p:txBody>
      </p:sp>
      <p:sp>
        <p:nvSpPr>
          <p:cNvPr id="4" name="Slide Number Placeholder 3">
            <a:extLst>
              <a:ext uri="{FF2B5EF4-FFF2-40B4-BE49-F238E27FC236}">
                <a16:creationId xmlns:a16="http://schemas.microsoft.com/office/drawing/2014/main" id="{47402683-F32E-77B1-56C0-073A07666FD2}"/>
              </a:ext>
            </a:extLst>
          </p:cNvPr>
          <p:cNvSpPr>
            <a:spLocks noGrp="1"/>
          </p:cNvSpPr>
          <p:nvPr>
            <p:ph type="sldNum" sz="quarter" idx="12"/>
          </p:nvPr>
        </p:nvSpPr>
        <p:spPr/>
        <p:txBody>
          <a:bodyPr/>
          <a:lstStyle/>
          <a:p>
            <a:fld id="{3F89A050-2CE8-43E2-A037-2F45FBB835B5}" type="slidenum">
              <a:rPr lang="en-IN" smtClean="0"/>
              <a:t>3</a:t>
            </a:fld>
            <a:endParaRPr lang="en-IN"/>
          </a:p>
        </p:txBody>
      </p:sp>
    </p:spTree>
    <p:extLst>
      <p:ext uri="{BB962C8B-B14F-4D97-AF65-F5344CB8AC3E}">
        <p14:creationId xmlns:p14="http://schemas.microsoft.com/office/powerpoint/2010/main" val="3103022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402AD-8E8F-C224-AE15-5FD730B67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24620-4CAA-F9FC-0252-50EC33F5DA78}"/>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762F6F1D-03A8-B86B-E27A-425A8464AB8C}"/>
              </a:ext>
            </a:extLst>
          </p:cNvPr>
          <p:cNvSpPr>
            <a:spLocks noGrp="1"/>
          </p:cNvSpPr>
          <p:nvPr>
            <p:ph idx="1"/>
          </p:nvPr>
        </p:nvSpPr>
        <p:spPr>
          <a:xfrm>
            <a:off x="838200" y="1270002"/>
            <a:ext cx="10515600" cy="5067831"/>
          </a:xfrm>
        </p:spPr>
        <p:txBody>
          <a:bodyPr anchor="ctr">
            <a:norm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Existing diabetes prediction systems commonly use statistical and machine learning methods to estimate diabetes status or risk from health and demographic information.</a:t>
            </a:r>
          </a:p>
          <a:p>
            <a:pPr marL="0" indent="0" algn="just">
              <a:lnSpc>
                <a:spcPct val="150000"/>
              </a:lnSpc>
              <a:buNone/>
            </a:pPr>
            <a:r>
              <a:rPr lang="en-IN" sz="2000" b="1" dirty="0">
                <a:latin typeface="Times New Roman" panose="02020603050405020304" pitchFamily="18" charset="0"/>
                <a:cs typeface="Times New Roman" panose="02020603050405020304" pitchFamily="18" charset="0"/>
              </a:rPr>
              <a:t>Common approaches</a:t>
            </a:r>
          </a:p>
          <a:p>
            <a:pPr lvl="0" algn="just">
              <a:lnSpc>
                <a:spcPct val="150000"/>
              </a:lnSpc>
            </a:pPr>
            <a:r>
              <a:rPr lang="en-IN" sz="2000" dirty="0">
                <a:latin typeface="Times New Roman" panose="02020603050405020304" pitchFamily="18" charset="0"/>
                <a:cs typeface="Times New Roman" panose="02020603050405020304" pitchFamily="18" charset="0"/>
              </a:rPr>
              <a:t>Logistic Regression for baseline prediction.</a:t>
            </a:r>
          </a:p>
          <a:p>
            <a:pPr lvl="0" algn="just">
              <a:lnSpc>
                <a:spcPct val="150000"/>
              </a:lnSpc>
            </a:pPr>
            <a:r>
              <a:rPr lang="en-IN" sz="2000" dirty="0">
                <a:latin typeface="Times New Roman" panose="02020603050405020304" pitchFamily="18" charset="0"/>
                <a:cs typeface="Times New Roman" panose="02020603050405020304" pitchFamily="18" charset="0"/>
              </a:rPr>
              <a:t>Decision Tree and Random Forest for nonlinear classification.</a:t>
            </a:r>
          </a:p>
          <a:p>
            <a:pPr lvl="0" algn="just">
              <a:lnSpc>
                <a:spcPct val="150000"/>
              </a:lnSpc>
            </a:pPr>
            <a:r>
              <a:rPr lang="en-IN" sz="2000" dirty="0">
                <a:latin typeface="Times New Roman" panose="02020603050405020304" pitchFamily="18" charset="0"/>
                <a:cs typeface="Times New Roman" panose="02020603050405020304" pitchFamily="18" charset="0"/>
              </a:rPr>
              <a:t>SVM and KNN for classification.</a:t>
            </a:r>
          </a:p>
          <a:p>
            <a:pPr lvl="0" algn="just">
              <a:lnSpc>
                <a:spcPct val="150000"/>
              </a:lnSpc>
            </a:pP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and other ensemble methods for predictive modelling.</a:t>
            </a:r>
          </a:p>
          <a:p>
            <a:pPr lvl="0" algn="just">
              <a:lnSpc>
                <a:spcPct val="150000"/>
              </a:lnSpc>
            </a:pPr>
            <a:r>
              <a:rPr lang="en-IN" sz="2000" dirty="0">
                <a:latin typeface="Times New Roman" panose="02020603050405020304" pitchFamily="18" charset="0"/>
                <a:cs typeface="Times New Roman" panose="02020603050405020304" pitchFamily="18" charset="0"/>
              </a:rPr>
              <a:t>Standalone dashboards that display the predicted class or probability.</a:t>
            </a:r>
          </a:p>
        </p:txBody>
      </p:sp>
      <p:sp>
        <p:nvSpPr>
          <p:cNvPr id="4" name="TextBox 3">
            <a:extLst>
              <a:ext uri="{FF2B5EF4-FFF2-40B4-BE49-F238E27FC236}">
                <a16:creationId xmlns:a16="http://schemas.microsoft.com/office/drawing/2014/main" id="{F6AACCEC-17CA-379F-16B4-22522D9422C1}"/>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5E67C154-AC2B-1B99-CFBC-31B280A3C1AF}"/>
              </a:ext>
            </a:extLst>
          </p:cNvPr>
          <p:cNvSpPr>
            <a:spLocks noGrp="1"/>
          </p:cNvSpPr>
          <p:nvPr>
            <p:ph type="sldNum" sz="quarter" idx="12"/>
          </p:nvPr>
        </p:nvSpPr>
        <p:spPr/>
        <p:txBody>
          <a:bodyPr/>
          <a:lstStyle/>
          <a:p>
            <a:fld id="{3F89A050-2CE8-43E2-A037-2F45FBB835B5}" type="slidenum">
              <a:rPr lang="en-IN" smtClean="0"/>
              <a:t>4</a:t>
            </a:fld>
            <a:endParaRPr lang="en-IN"/>
          </a:p>
        </p:txBody>
      </p:sp>
    </p:spTree>
    <p:extLst>
      <p:ext uri="{BB962C8B-B14F-4D97-AF65-F5344CB8AC3E}">
        <p14:creationId xmlns:p14="http://schemas.microsoft.com/office/powerpoint/2010/main" val="1226372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CC460-B50B-0986-EA68-FDB4004278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14EE22-3F50-8596-DC83-7F6FBC258385}"/>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DRAWBACKS OF EXISTING SYSTEM</a:t>
            </a:r>
          </a:p>
        </p:txBody>
      </p:sp>
      <p:sp>
        <p:nvSpPr>
          <p:cNvPr id="3" name="Content Placeholder 2">
            <a:extLst>
              <a:ext uri="{FF2B5EF4-FFF2-40B4-BE49-F238E27FC236}">
                <a16:creationId xmlns:a16="http://schemas.microsoft.com/office/drawing/2014/main" id="{50851E61-75AF-CCE9-D73D-3176F1CA2240}"/>
              </a:ext>
            </a:extLst>
          </p:cNvPr>
          <p:cNvSpPr>
            <a:spLocks noGrp="1"/>
          </p:cNvSpPr>
          <p:nvPr>
            <p:ph idx="1"/>
          </p:nvPr>
        </p:nvSpPr>
        <p:spPr>
          <a:xfrm>
            <a:off x="838200" y="1270002"/>
            <a:ext cx="10515600" cy="5067831"/>
          </a:xfrm>
        </p:spPr>
        <p:txBody>
          <a:bodyPr anchor="ctr">
            <a:normAutofit/>
          </a:bodyPr>
          <a:lstStyle/>
          <a:p>
            <a:pPr lvl="0" algn="just">
              <a:lnSpc>
                <a:spcPct val="100000"/>
              </a:lnSpc>
            </a:pPr>
            <a:r>
              <a:rPr lang="en-IN" sz="2000" b="1" dirty="0">
                <a:latin typeface="Times New Roman" panose="02020603050405020304" pitchFamily="18" charset="0"/>
                <a:cs typeface="Times New Roman" panose="02020603050405020304" pitchFamily="18" charset="0"/>
              </a:rPr>
              <a:t>Limited Interpretability: </a:t>
            </a:r>
            <a:r>
              <a:rPr lang="en-IN" sz="2000" dirty="0">
                <a:latin typeface="Times New Roman" panose="02020603050405020304" pitchFamily="18" charset="0"/>
                <a:cs typeface="Times New Roman" panose="02020603050405020304" pitchFamily="18" charset="0"/>
              </a:rPr>
              <a:t>Some models provide predictions without explaining the individual factors that influenced the result.</a:t>
            </a:r>
          </a:p>
          <a:p>
            <a:pPr lvl="0" algn="just">
              <a:lnSpc>
                <a:spcPct val="100000"/>
              </a:lnSpc>
            </a:pPr>
            <a:r>
              <a:rPr lang="en-IN" sz="2000" b="1" dirty="0">
                <a:latin typeface="Times New Roman" panose="02020603050405020304" pitchFamily="18" charset="0"/>
                <a:cs typeface="Times New Roman" panose="02020603050405020304" pitchFamily="18" charset="0"/>
              </a:rPr>
              <a:t>One-time Prediction: </a:t>
            </a:r>
            <a:r>
              <a:rPr lang="en-IN" sz="2000" dirty="0">
                <a:latin typeface="Times New Roman" panose="02020603050405020304" pitchFamily="18" charset="0"/>
                <a:cs typeface="Times New Roman" panose="02020603050405020304" pitchFamily="18" charset="0"/>
              </a:rPr>
              <a:t>Many prototypes assess a patient only once instead of maintaining historical measurements.</a:t>
            </a:r>
          </a:p>
          <a:p>
            <a:pPr lvl="0" algn="just">
              <a:lnSpc>
                <a:spcPct val="100000"/>
              </a:lnSpc>
            </a:pPr>
            <a:r>
              <a:rPr lang="en-IN" sz="2000" b="1" dirty="0">
                <a:latin typeface="Times New Roman" panose="02020603050405020304" pitchFamily="18" charset="0"/>
                <a:cs typeface="Times New Roman" panose="02020603050405020304" pitchFamily="18" charset="0"/>
              </a:rPr>
              <a:t>Limited Personalization: </a:t>
            </a:r>
            <a:r>
              <a:rPr lang="en-IN" sz="2000" dirty="0">
                <a:latin typeface="Times New Roman" panose="02020603050405020304" pitchFamily="18" charset="0"/>
                <a:cs typeface="Times New Roman" panose="02020603050405020304" pitchFamily="18" charset="0"/>
              </a:rPr>
              <a:t>Generic outputs may not explain the most relevant factors for each individual.</a:t>
            </a:r>
          </a:p>
          <a:p>
            <a:pPr lvl="0" algn="just">
              <a:lnSpc>
                <a:spcPct val="100000"/>
              </a:lnSpc>
            </a:pPr>
            <a:r>
              <a:rPr lang="en-IN" sz="2000" b="1" dirty="0">
                <a:latin typeface="Times New Roman" panose="02020603050405020304" pitchFamily="18" charset="0"/>
                <a:cs typeface="Times New Roman" panose="02020603050405020304" pitchFamily="18" charset="0"/>
              </a:rPr>
              <a:t>Dataset Limitations: </a:t>
            </a:r>
            <a:r>
              <a:rPr lang="en-IN" sz="2000" dirty="0">
                <a:latin typeface="Times New Roman" panose="02020603050405020304" pitchFamily="18" charset="0"/>
                <a:cs typeface="Times New Roman" panose="02020603050405020304" pitchFamily="18" charset="0"/>
              </a:rPr>
              <a:t>Small or population-specific datasets may limit generalization to other populations.</a:t>
            </a:r>
          </a:p>
          <a:p>
            <a:pPr lvl="0" algn="just">
              <a:lnSpc>
                <a:spcPct val="100000"/>
              </a:lnSpc>
            </a:pPr>
            <a:r>
              <a:rPr lang="en-IN" sz="2000" b="1" dirty="0">
                <a:latin typeface="Times New Roman" panose="02020603050405020304" pitchFamily="18" charset="0"/>
                <a:cs typeface="Times New Roman" panose="02020603050405020304" pitchFamily="18" charset="0"/>
              </a:rPr>
              <a:t>Incomplete Evaluation: </a:t>
            </a:r>
            <a:r>
              <a:rPr lang="en-IN" sz="2000" dirty="0">
                <a:latin typeface="Times New Roman" panose="02020603050405020304" pitchFamily="18" charset="0"/>
                <a:cs typeface="Times New Roman" panose="02020603050405020304" pitchFamily="18" charset="0"/>
              </a:rPr>
              <a:t>Accuracy alone can hide poor recall or an excessive false-positive rate.</a:t>
            </a:r>
          </a:p>
          <a:p>
            <a:pPr lvl="0" algn="just">
              <a:lnSpc>
                <a:spcPct val="100000"/>
              </a:lnSpc>
            </a:pPr>
            <a:r>
              <a:rPr lang="en-IN" sz="2000" b="1" dirty="0">
                <a:latin typeface="Times New Roman" panose="02020603050405020304" pitchFamily="18" charset="0"/>
                <a:cs typeface="Times New Roman" panose="02020603050405020304" pitchFamily="18" charset="0"/>
              </a:rPr>
              <a:t>Limited Monitoring Interface: </a:t>
            </a:r>
            <a:r>
              <a:rPr lang="en-IN" sz="2000" dirty="0">
                <a:latin typeface="Times New Roman" panose="02020603050405020304" pitchFamily="18" charset="0"/>
                <a:cs typeface="Times New Roman" panose="02020603050405020304" pitchFamily="18" charset="0"/>
              </a:rPr>
              <a:t>Some implementations do not provide historical trends or understandable visualizations.</a:t>
            </a:r>
          </a:p>
          <a:p>
            <a:pPr lvl="0" algn="just">
              <a:lnSpc>
                <a:spcPct val="100000"/>
              </a:lnSpc>
            </a:pPr>
            <a:r>
              <a:rPr lang="en-IN" sz="2000" b="1" dirty="0">
                <a:latin typeface="Times New Roman" panose="02020603050405020304" pitchFamily="18" charset="0"/>
                <a:cs typeface="Times New Roman" panose="02020603050405020304" pitchFamily="18" charset="0"/>
              </a:rPr>
              <a:t>Risk of overconfidence: </a:t>
            </a:r>
            <a:r>
              <a:rPr lang="en-IN" sz="2000" dirty="0">
                <a:latin typeface="Times New Roman" panose="02020603050405020304" pitchFamily="18" charset="0"/>
                <a:cs typeface="Times New Roman" panose="02020603050405020304" pitchFamily="18" charset="0"/>
              </a:rPr>
              <a:t>A model-generated probability may be poorly calibrated and should not be interpreted as a clinical diagnosis.</a:t>
            </a:r>
          </a:p>
        </p:txBody>
      </p:sp>
      <p:sp>
        <p:nvSpPr>
          <p:cNvPr id="4" name="TextBox 3">
            <a:extLst>
              <a:ext uri="{FF2B5EF4-FFF2-40B4-BE49-F238E27FC236}">
                <a16:creationId xmlns:a16="http://schemas.microsoft.com/office/drawing/2014/main" id="{D121FAD7-F687-AB27-EF3F-E088331FA0B9}"/>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2752323D-867D-9948-9EF2-E853ED971119}"/>
              </a:ext>
            </a:extLst>
          </p:cNvPr>
          <p:cNvSpPr>
            <a:spLocks noGrp="1"/>
          </p:cNvSpPr>
          <p:nvPr>
            <p:ph type="sldNum" sz="quarter" idx="12"/>
          </p:nvPr>
        </p:nvSpPr>
        <p:spPr/>
        <p:txBody>
          <a:bodyPr/>
          <a:lstStyle/>
          <a:p>
            <a:fld id="{3F89A050-2CE8-43E2-A037-2F45FBB835B5}" type="slidenum">
              <a:rPr lang="en-IN" smtClean="0"/>
              <a:t>5</a:t>
            </a:fld>
            <a:endParaRPr lang="en-IN"/>
          </a:p>
        </p:txBody>
      </p:sp>
    </p:spTree>
    <p:extLst>
      <p:ext uri="{BB962C8B-B14F-4D97-AF65-F5344CB8AC3E}">
        <p14:creationId xmlns:p14="http://schemas.microsoft.com/office/powerpoint/2010/main" val="195049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591C1-750A-767B-5E93-89512EA05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735F4-5A1A-0DF0-BEDB-8AA8C87DE248}"/>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7B3827B0-08AC-83D6-6C88-BE6DADC01D0D}"/>
              </a:ext>
            </a:extLst>
          </p:cNvPr>
          <p:cNvSpPr>
            <a:spLocks noGrp="1"/>
          </p:cNvSpPr>
          <p:nvPr>
            <p:ph idx="1"/>
          </p:nvPr>
        </p:nvSpPr>
        <p:spPr>
          <a:xfrm>
            <a:off x="838200" y="1270002"/>
            <a:ext cx="10515600" cy="5067831"/>
          </a:xfrm>
        </p:spPr>
        <p:txBody>
          <a:bodyPr anchor="ctr">
            <a:normAutofit/>
          </a:bodyPr>
          <a:lstStyle/>
          <a:p>
            <a:pPr algn="just">
              <a:lnSpc>
                <a:spcPct val="100000"/>
              </a:lnSpc>
            </a:pPr>
            <a:r>
              <a:rPr lang="en-IN" sz="2000" dirty="0">
                <a:latin typeface="Times New Roman" panose="02020603050405020304" pitchFamily="18" charset="0"/>
                <a:cs typeface="Times New Roman" panose="02020603050405020304" pitchFamily="18" charset="0"/>
              </a:rPr>
              <a:t>The proposed system integrates Machine Learning (ML), Explainable Artificial Intelligence (XAI), and personalized health monitoring to estimate diabetes risk and explain the factors influencing each prediction.</a:t>
            </a:r>
          </a:p>
          <a:p>
            <a:pPr lvl="0" algn="just">
              <a:lnSpc>
                <a:spcPct val="100000"/>
              </a:lnSpc>
            </a:pPr>
            <a:r>
              <a:rPr lang="en-IN" sz="2000" dirty="0">
                <a:latin typeface="Times New Roman" panose="02020603050405020304" pitchFamily="18" charset="0"/>
                <a:cs typeface="Times New Roman" panose="02020603050405020304" pitchFamily="18" charset="0"/>
              </a:rPr>
              <a:t>Collect patient health data such as age, BMI, glucose level, blood pressure, and other available clinical attributes.</a:t>
            </a:r>
          </a:p>
          <a:p>
            <a:pPr lvl="0" algn="just">
              <a:lnSpc>
                <a:spcPct val="100000"/>
              </a:lnSpc>
            </a:pPr>
            <a:r>
              <a:rPr lang="en-IN" sz="2000" dirty="0">
                <a:latin typeface="Times New Roman" panose="02020603050405020304" pitchFamily="18" charset="0"/>
                <a:cs typeface="Times New Roman" panose="02020603050405020304" pitchFamily="18" charset="0"/>
              </a:rPr>
              <a:t>Preprocess the data by handling missing values, invalid entries, and categorical variables.</a:t>
            </a:r>
          </a:p>
          <a:p>
            <a:pPr lvl="0" algn="just">
              <a:lnSpc>
                <a:spcPct val="100000"/>
              </a:lnSpc>
            </a:pPr>
            <a:r>
              <a:rPr lang="en-IN" sz="2000" dirty="0">
                <a:latin typeface="Times New Roman" panose="02020603050405020304" pitchFamily="18" charset="0"/>
                <a:cs typeface="Times New Roman" panose="02020603050405020304" pitchFamily="18" charset="0"/>
              </a:rPr>
              <a:t>Train and compare ML algorithms such as Logistic Regression, Random Forest, and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a:t>
            </a:r>
          </a:p>
          <a:p>
            <a:pPr lvl="0" algn="just">
              <a:lnSpc>
                <a:spcPct val="100000"/>
              </a:lnSpc>
            </a:pPr>
            <a:r>
              <a:rPr lang="en-IN" sz="2000" dirty="0">
                <a:latin typeface="Times New Roman" panose="02020603050405020304" pitchFamily="18" charset="0"/>
                <a:cs typeface="Times New Roman" panose="02020603050405020304" pitchFamily="18" charset="0"/>
              </a:rPr>
              <a:t>Predict diabetes risk using the selected model.</a:t>
            </a:r>
          </a:p>
          <a:p>
            <a:pPr lvl="0" algn="just">
              <a:lnSpc>
                <a:spcPct val="100000"/>
              </a:lnSpc>
            </a:pPr>
            <a:r>
              <a:rPr lang="en-IN" sz="2000" dirty="0">
                <a:latin typeface="Times New Roman" panose="02020603050405020304" pitchFamily="18" charset="0"/>
                <a:cs typeface="Times New Roman" panose="02020603050405020304" pitchFamily="18" charset="0"/>
              </a:rPr>
              <a:t>Apply SHAP (</a:t>
            </a:r>
            <a:r>
              <a:rPr lang="en-IN" sz="2000" dirty="0" err="1">
                <a:latin typeface="Times New Roman" panose="02020603050405020304" pitchFamily="18" charset="0"/>
                <a:cs typeface="Times New Roman" panose="02020603050405020304" pitchFamily="18" charset="0"/>
              </a:rPr>
              <a:t>SHapley</a:t>
            </a:r>
            <a:r>
              <a:rPr lang="en-IN" sz="2000" dirty="0">
                <a:latin typeface="Times New Roman" panose="02020603050405020304" pitchFamily="18" charset="0"/>
                <a:cs typeface="Times New Roman" panose="02020603050405020304" pitchFamily="18" charset="0"/>
              </a:rPr>
              <a:t> Additive </a:t>
            </a:r>
            <a:r>
              <a:rPr lang="en-IN" sz="2000" dirty="0" err="1">
                <a:latin typeface="Times New Roman" panose="02020603050405020304" pitchFamily="18" charset="0"/>
                <a:cs typeface="Times New Roman" panose="02020603050405020304" pitchFamily="18" charset="0"/>
              </a:rPr>
              <a:t>exPlanations</a:t>
            </a:r>
            <a:r>
              <a:rPr lang="en-IN" sz="2000" dirty="0">
                <a:latin typeface="Times New Roman" panose="02020603050405020304" pitchFamily="18" charset="0"/>
                <a:cs typeface="Times New Roman" panose="02020603050405020304" pitchFamily="18" charset="0"/>
              </a:rPr>
              <a:t>) to identify the features contributing to an individual prediction.</a:t>
            </a:r>
          </a:p>
          <a:p>
            <a:pPr lvl="0" algn="just">
              <a:lnSpc>
                <a:spcPct val="100000"/>
              </a:lnSpc>
            </a:pPr>
            <a:r>
              <a:rPr lang="en-IN" sz="2000" dirty="0">
                <a:latin typeface="Times New Roman" panose="02020603050405020304" pitchFamily="18" charset="0"/>
                <a:cs typeface="Times New Roman" panose="02020603050405020304" pitchFamily="18" charset="0"/>
              </a:rPr>
              <a:t>Store dated health measurements and prediction history to visualize changes over time.</a:t>
            </a:r>
          </a:p>
          <a:p>
            <a:pPr lvl="0" algn="just">
              <a:lnSpc>
                <a:spcPct val="100000"/>
              </a:lnSpc>
            </a:pPr>
            <a:r>
              <a:rPr lang="en-IN" sz="2000" dirty="0">
                <a:latin typeface="Times New Roman" panose="02020603050405020304" pitchFamily="18" charset="0"/>
                <a:cs typeface="Times New Roman" panose="02020603050405020304" pitchFamily="18" charset="0"/>
              </a:rPr>
              <a:t>Display risk estimates, feature explanations, and historical trends through a user-friendly dashboard.</a:t>
            </a:r>
          </a:p>
        </p:txBody>
      </p:sp>
      <p:sp>
        <p:nvSpPr>
          <p:cNvPr id="4" name="TextBox 3">
            <a:extLst>
              <a:ext uri="{FF2B5EF4-FFF2-40B4-BE49-F238E27FC236}">
                <a16:creationId xmlns:a16="http://schemas.microsoft.com/office/drawing/2014/main" id="{6D4B9C3D-222F-4DBC-0EB0-F6D0D3C7FFE7}"/>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D1B1F5A7-8640-73EB-40FA-8FCD92A521FF}"/>
              </a:ext>
            </a:extLst>
          </p:cNvPr>
          <p:cNvSpPr>
            <a:spLocks noGrp="1"/>
          </p:cNvSpPr>
          <p:nvPr>
            <p:ph type="sldNum" sz="quarter" idx="12"/>
          </p:nvPr>
        </p:nvSpPr>
        <p:spPr/>
        <p:txBody>
          <a:bodyPr/>
          <a:lstStyle/>
          <a:p>
            <a:fld id="{3F89A050-2CE8-43E2-A037-2F45FBB835B5}" type="slidenum">
              <a:rPr lang="en-IN" smtClean="0"/>
              <a:t>6</a:t>
            </a:fld>
            <a:endParaRPr lang="en-IN"/>
          </a:p>
        </p:txBody>
      </p:sp>
    </p:spTree>
    <p:extLst>
      <p:ext uri="{BB962C8B-B14F-4D97-AF65-F5344CB8AC3E}">
        <p14:creationId xmlns:p14="http://schemas.microsoft.com/office/powerpoint/2010/main" val="1456669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F9518-6F80-6437-4252-43F5B2C0D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D6BBE-5F4F-E7B5-4B50-8254F5EAF3EE}"/>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ADVANTAGES OF PROPOSED SYSTEM</a:t>
            </a:r>
          </a:p>
        </p:txBody>
      </p:sp>
      <p:sp>
        <p:nvSpPr>
          <p:cNvPr id="3" name="Content Placeholder 2">
            <a:extLst>
              <a:ext uri="{FF2B5EF4-FFF2-40B4-BE49-F238E27FC236}">
                <a16:creationId xmlns:a16="http://schemas.microsoft.com/office/drawing/2014/main" id="{EA14A2C9-B298-A463-1AD2-60480BC90919}"/>
              </a:ext>
            </a:extLst>
          </p:cNvPr>
          <p:cNvSpPr>
            <a:spLocks noGrp="1"/>
          </p:cNvSpPr>
          <p:nvPr>
            <p:ph idx="1"/>
          </p:nvPr>
        </p:nvSpPr>
        <p:spPr>
          <a:xfrm>
            <a:off x="838200" y="1270002"/>
            <a:ext cx="10515600" cy="5067831"/>
          </a:xfrm>
        </p:spPr>
        <p:txBody>
          <a:bodyPr anchor="ctr">
            <a:noAutofit/>
          </a:bodyPr>
          <a:lstStyle/>
          <a:p>
            <a:pPr lvl="0" algn="just">
              <a:lnSpc>
                <a:spcPct val="100000"/>
              </a:lnSpc>
            </a:pPr>
            <a:r>
              <a:rPr lang="en-IN" sz="2000" b="1" dirty="0">
                <a:latin typeface="Times New Roman" panose="02020603050405020304" pitchFamily="18" charset="0"/>
                <a:cs typeface="Times New Roman" panose="02020603050405020304" pitchFamily="18" charset="0"/>
              </a:rPr>
              <a:t>Improved Transparency: </a:t>
            </a:r>
            <a:r>
              <a:rPr lang="en-IN" sz="2000" dirty="0">
                <a:latin typeface="Times New Roman" panose="02020603050405020304" pitchFamily="18" charset="0"/>
                <a:cs typeface="Times New Roman" panose="02020603050405020304" pitchFamily="18" charset="0"/>
              </a:rPr>
              <a:t>SHAP explains the contribution of individual input features.</a:t>
            </a:r>
          </a:p>
          <a:p>
            <a:pPr lvl="0" algn="just">
              <a:lnSpc>
                <a:spcPct val="100000"/>
              </a:lnSpc>
            </a:pPr>
            <a:r>
              <a:rPr lang="en-IN" sz="2000" b="1" dirty="0">
                <a:latin typeface="Times New Roman" panose="02020603050405020304" pitchFamily="18" charset="0"/>
                <a:cs typeface="Times New Roman" panose="02020603050405020304" pitchFamily="18" charset="0"/>
              </a:rPr>
              <a:t>Model Comparison: </a:t>
            </a:r>
            <a:r>
              <a:rPr lang="en-IN" sz="2000" dirty="0">
                <a:latin typeface="Times New Roman" panose="02020603050405020304" pitchFamily="18" charset="0"/>
                <a:cs typeface="Times New Roman" panose="02020603050405020304" pitchFamily="18" charset="0"/>
              </a:rPr>
              <a:t>Multiple algorithms can be evaluated to identify the most suitable model.</a:t>
            </a:r>
          </a:p>
          <a:p>
            <a:pPr lvl="0" algn="just">
              <a:lnSpc>
                <a:spcPct val="100000"/>
              </a:lnSpc>
            </a:pPr>
            <a:r>
              <a:rPr lang="en-IN" sz="2000" b="1" dirty="0">
                <a:latin typeface="Times New Roman" panose="02020603050405020304" pitchFamily="18" charset="0"/>
                <a:cs typeface="Times New Roman" panose="02020603050405020304" pitchFamily="18" charset="0"/>
              </a:rPr>
              <a:t>Personalized Explanations: </a:t>
            </a:r>
            <a:r>
              <a:rPr lang="en-IN" sz="2000" dirty="0">
                <a:latin typeface="Times New Roman" panose="02020603050405020304" pitchFamily="18" charset="0"/>
                <a:cs typeface="Times New Roman" panose="02020603050405020304" pitchFamily="18" charset="0"/>
              </a:rPr>
              <a:t>Users can see which features influenced their individual prediction.</a:t>
            </a:r>
          </a:p>
          <a:p>
            <a:pPr lvl="0" algn="just">
              <a:lnSpc>
                <a:spcPct val="100000"/>
              </a:lnSpc>
            </a:pPr>
            <a:r>
              <a:rPr lang="en-IN" sz="2000" b="1" dirty="0">
                <a:latin typeface="Times New Roman" panose="02020603050405020304" pitchFamily="18" charset="0"/>
                <a:cs typeface="Times New Roman" panose="02020603050405020304" pitchFamily="18" charset="0"/>
              </a:rPr>
              <a:t>Longitudinal Monitoring: </a:t>
            </a:r>
            <a:r>
              <a:rPr lang="en-IN" sz="2000" dirty="0">
                <a:latin typeface="Times New Roman" panose="02020603050405020304" pitchFamily="18" charset="0"/>
                <a:cs typeface="Times New Roman" panose="02020603050405020304" pitchFamily="18" charset="0"/>
              </a:rPr>
              <a:t>Historical health measurements and risk estimates can be visualized over time.</a:t>
            </a:r>
          </a:p>
          <a:p>
            <a:pPr lvl="0" algn="just">
              <a:lnSpc>
                <a:spcPct val="100000"/>
              </a:lnSpc>
            </a:pPr>
            <a:r>
              <a:rPr lang="en-IN" sz="2000" b="1" dirty="0">
                <a:latin typeface="Times New Roman" panose="02020603050405020304" pitchFamily="18" charset="0"/>
                <a:cs typeface="Times New Roman" panose="02020603050405020304" pitchFamily="18" charset="0"/>
              </a:rPr>
              <a:t>Interactive Visualization: </a:t>
            </a:r>
            <a:r>
              <a:rPr lang="en-IN" sz="2000" dirty="0">
                <a:latin typeface="Times New Roman" panose="02020603050405020304" pitchFamily="18" charset="0"/>
                <a:cs typeface="Times New Roman" panose="02020603050405020304" pitchFamily="18" charset="0"/>
              </a:rPr>
              <a:t>A dashboard makes results easier to understand.</a:t>
            </a:r>
          </a:p>
          <a:p>
            <a:pPr lvl="0" algn="just">
              <a:lnSpc>
                <a:spcPct val="100000"/>
              </a:lnSpc>
            </a:pPr>
            <a:r>
              <a:rPr lang="en-IN" sz="2000" b="1" dirty="0">
                <a:latin typeface="Times New Roman" panose="02020603050405020304" pitchFamily="18" charset="0"/>
                <a:cs typeface="Times New Roman" panose="02020603050405020304" pitchFamily="18" charset="0"/>
              </a:rPr>
              <a:t>Comprehensive Evaluation: </a:t>
            </a:r>
            <a:r>
              <a:rPr lang="en-IN" sz="2000" dirty="0">
                <a:latin typeface="Times New Roman" panose="02020603050405020304" pitchFamily="18" charset="0"/>
                <a:cs typeface="Times New Roman" panose="02020603050405020304" pitchFamily="18" charset="0"/>
              </a:rPr>
              <a:t>Accuracy, precision, recall, F1-score, ROC-AUC and calibration can be assessed.</a:t>
            </a:r>
          </a:p>
          <a:p>
            <a:pPr lvl="0" algn="just">
              <a:lnSpc>
                <a:spcPct val="100000"/>
              </a:lnSpc>
            </a:pPr>
            <a:r>
              <a:rPr lang="en-IN" sz="2000" b="1" dirty="0">
                <a:latin typeface="Times New Roman" panose="02020603050405020304" pitchFamily="18" charset="0"/>
                <a:cs typeface="Times New Roman" panose="02020603050405020304" pitchFamily="18" charset="0"/>
              </a:rPr>
              <a:t>Extensible Architecture: </a:t>
            </a:r>
            <a:r>
              <a:rPr lang="en-IN" sz="2000" dirty="0">
                <a:latin typeface="Times New Roman" panose="02020603050405020304" pitchFamily="18" charset="0"/>
                <a:cs typeface="Times New Roman" panose="02020603050405020304" pitchFamily="18" charset="0"/>
              </a:rPr>
              <a:t>Additional datasets, monitoring features and models can be integrated later.</a:t>
            </a:r>
          </a:p>
          <a:p>
            <a:pPr lvl="0" algn="just">
              <a:lnSpc>
                <a:spcPct val="100000"/>
              </a:lnSpc>
            </a:pPr>
            <a:r>
              <a:rPr lang="en-IN" sz="2000" b="1" dirty="0">
                <a:latin typeface="Times New Roman" panose="02020603050405020304" pitchFamily="18" charset="0"/>
                <a:cs typeface="Times New Roman" panose="02020603050405020304" pitchFamily="18" charset="0"/>
              </a:rPr>
              <a:t>Decision-support Potential: </a:t>
            </a:r>
            <a:r>
              <a:rPr lang="en-IN" sz="2000" dirty="0">
                <a:latin typeface="Times New Roman" panose="02020603050405020304" pitchFamily="18" charset="0"/>
                <a:cs typeface="Times New Roman" panose="02020603050405020304" pitchFamily="18" charset="0"/>
              </a:rPr>
              <a:t>The system can help organize information for discussion with healthcare professionals.</a:t>
            </a:r>
          </a:p>
        </p:txBody>
      </p:sp>
      <p:sp>
        <p:nvSpPr>
          <p:cNvPr id="4" name="TextBox 3">
            <a:extLst>
              <a:ext uri="{FF2B5EF4-FFF2-40B4-BE49-F238E27FC236}">
                <a16:creationId xmlns:a16="http://schemas.microsoft.com/office/drawing/2014/main" id="{516249A7-5707-B62B-368C-39CD7286C2A0}"/>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BA98DE5B-F596-7678-FA5F-7150AA414828}"/>
              </a:ext>
            </a:extLst>
          </p:cNvPr>
          <p:cNvSpPr>
            <a:spLocks noGrp="1"/>
          </p:cNvSpPr>
          <p:nvPr>
            <p:ph type="sldNum" sz="quarter" idx="12"/>
          </p:nvPr>
        </p:nvSpPr>
        <p:spPr/>
        <p:txBody>
          <a:bodyPr/>
          <a:lstStyle/>
          <a:p>
            <a:fld id="{3F89A050-2CE8-43E2-A037-2F45FBB835B5}" type="slidenum">
              <a:rPr lang="en-IN" smtClean="0"/>
              <a:t>7</a:t>
            </a:fld>
            <a:endParaRPr lang="en-IN"/>
          </a:p>
        </p:txBody>
      </p:sp>
    </p:spTree>
    <p:extLst>
      <p:ext uri="{BB962C8B-B14F-4D97-AF65-F5344CB8AC3E}">
        <p14:creationId xmlns:p14="http://schemas.microsoft.com/office/powerpoint/2010/main" val="905234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2BE54-978C-E277-4E9D-8B9481103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20803-C0E3-A674-4145-7D1B690711C5}"/>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PROPOSED SYSTEM ARCHITECTURE</a:t>
            </a:r>
          </a:p>
        </p:txBody>
      </p:sp>
      <p:sp>
        <p:nvSpPr>
          <p:cNvPr id="4" name="TextBox 3">
            <a:extLst>
              <a:ext uri="{FF2B5EF4-FFF2-40B4-BE49-F238E27FC236}">
                <a16:creationId xmlns:a16="http://schemas.microsoft.com/office/drawing/2014/main" id="{5080C7C0-6B2F-0A4C-5DDE-02E399DB4155}"/>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DF2150CA-F0FB-EBF3-02C6-25D5645725F2}"/>
              </a:ext>
            </a:extLst>
          </p:cNvPr>
          <p:cNvSpPr>
            <a:spLocks noGrp="1"/>
          </p:cNvSpPr>
          <p:nvPr>
            <p:ph type="sldNum" sz="quarter" idx="12"/>
          </p:nvPr>
        </p:nvSpPr>
        <p:spPr/>
        <p:txBody>
          <a:bodyPr/>
          <a:lstStyle/>
          <a:p>
            <a:fld id="{3F89A050-2CE8-43E2-A037-2F45FBB835B5}" type="slidenum">
              <a:rPr lang="en-IN" smtClean="0"/>
              <a:t>8</a:t>
            </a:fld>
            <a:endParaRPr lang="en-IN"/>
          </a:p>
        </p:txBody>
      </p:sp>
      <p:grpSp>
        <p:nvGrpSpPr>
          <p:cNvPr id="32" name="Group 31">
            <a:extLst>
              <a:ext uri="{FF2B5EF4-FFF2-40B4-BE49-F238E27FC236}">
                <a16:creationId xmlns:a16="http://schemas.microsoft.com/office/drawing/2014/main" id="{95AC37D7-855B-1AB1-EE23-BE8C9363FFAE}"/>
              </a:ext>
            </a:extLst>
          </p:cNvPr>
          <p:cNvGrpSpPr/>
          <p:nvPr/>
        </p:nvGrpSpPr>
        <p:grpSpPr>
          <a:xfrm>
            <a:off x="2120900" y="1233543"/>
            <a:ext cx="7950200" cy="5193227"/>
            <a:chOff x="2120900" y="1233543"/>
            <a:chExt cx="7950200" cy="5193227"/>
          </a:xfrm>
        </p:grpSpPr>
        <p:sp>
          <p:nvSpPr>
            <p:cNvPr id="14" name="Rectangle: Rounded Corners 13">
              <a:extLst>
                <a:ext uri="{FF2B5EF4-FFF2-40B4-BE49-F238E27FC236}">
                  <a16:creationId xmlns:a16="http://schemas.microsoft.com/office/drawing/2014/main" id="{4F27E727-A56E-A466-B91B-6F4F062AD185}"/>
                </a:ext>
              </a:extLst>
            </p:cNvPr>
            <p:cNvSpPr/>
            <p:nvPr/>
          </p:nvSpPr>
          <p:spPr>
            <a:xfrm>
              <a:off x="2120900" y="2122318"/>
              <a:ext cx="7950200" cy="734986"/>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Data Preprocessing</a:t>
              </a:r>
            </a:p>
            <a:p>
              <a:pPr algn="ctr"/>
              <a:r>
                <a:rPr lang="en-IN" dirty="0">
                  <a:solidFill>
                    <a:schemeClr val="tx1">
                      <a:lumMod val="65000"/>
                      <a:lumOff val="35000"/>
                    </a:schemeClr>
                  </a:solidFill>
                  <a:latin typeface="Times New Roman" panose="02020603050405020304" pitchFamily="18" charset="0"/>
                  <a:cs typeface="Times New Roman" panose="02020603050405020304" pitchFamily="18" charset="0"/>
                </a:rPr>
                <a:t>Validation, Missing-value Handling, Encoding and Scaling where required</a:t>
              </a:r>
            </a:p>
          </p:txBody>
        </p:sp>
        <p:sp>
          <p:nvSpPr>
            <p:cNvPr id="6" name="Rectangle: Rounded Corners 5">
              <a:extLst>
                <a:ext uri="{FF2B5EF4-FFF2-40B4-BE49-F238E27FC236}">
                  <a16:creationId xmlns:a16="http://schemas.microsoft.com/office/drawing/2014/main" id="{84D1C2A1-FA9C-B44F-75A6-007E87975EFE}"/>
                </a:ext>
              </a:extLst>
            </p:cNvPr>
            <p:cNvSpPr/>
            <p:nvPr/>
          </p:nvSpPr>
          <p:spPr>
            <a:xfrm>
              <a:off x="2120900" y="1233543"/>
              <a:ext cx="7950200" cy="734986"/>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Patient Health Data</a:t>
              </a:r>
            </a:p>
            <a:p>
              <a:pPr algn="ctr"/>
              <a:r>
                <a:rPr lang="en-IN" dirty="0">
                  <a:solidFill>
                    <a:schemeClr val="tx1">
                      <a:lumMod val="65000"/>
                      <a:lumOff val="35000"/>
                    </a:schemeClr>
                  </a:solidFill>
                  <a:latin typeface="Times New Roman" panose="02020603050405020304" pitchFamily="18" charset="0"/>
                  <a:cs typeface="Times New Roman" panose="02020603050405020304" pitchFamily="18" charset="0"/>
                </a:rPr>
                <a:t>Age, BMI, Glucose, Blood Pressure and other available features</a:t>
              </a:r>
            </a:p>
          </p:txBody>
        </p:sp>
        <p:sp>
          <p:nvSpPr>
            <p:cNvPr id="15" name="Rectangle: Rounded Corners 14">
              <a:extLst>
                <a:ext uri="{FF2B5EF4-FFF2-40B4-BE49-F238E27FC236}">
                  <a16:creationId xmlns:a16="http://schemas.microsoft.com/office/drawing/2014/main" id="{29237EF3-1545-B812-2F0B-26ADD21BC312}"/>
                </a:ext>
              </a:extLst>
            </p:cNvPr>
            <p:cNvSpPr/>
            <p:nvPr/>
          </p:nvSpPr>
          <p:spPr>
            <a:xfrm>
              <a:off x="2120900" y="3003910"/>
              <a:ext cx="7950200" cy="734986"/>
            </a:xfrm>
            <a:prstGeom prst="roundRect">
              <a:avLst/>
            </a:prstGeom>
            <a:solidFill>
              <a:srgbClr val="F1F7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Machine Learning Models</a:t>
              </a:r>
            </a:p>
            <a:p>
              <a:pPr algn="ctr"/>
              <a:r>
                <a:rPr lang="en-IN" dirty="0">
                  <a:solidFill>
                    <a:schemeClr val="tx1">
                      <a:lumMod val="65000"/>
                      <a:lumOff val="35000"/>
                    </a:schemeClr>
                  </a:solidFill>
                  <a:latin typeface="Times New Roman" panose="02020603050405020304" pitchFamily="18" charset="0"/>
                  <a:cs typeface="Times New Roman" panose="02020603050405020304" pitchFamily="18" charset="0"/>
                </a:rPr>
                <a:t>Logistic Regression – Random Forest - </a:t>
              </a:r>
              <a:r>
                <a:rPr lang="en-IN" dirty="0" err="1">
                  <a:solidFill>
                    <a:schemeClr val="tx1">
                      <a:lumMod val="65000"/>
                      <a:lumOff val="35000"/>
                    </a:schemeClr>
                  </a:solidFill>
                  <a:latin typeface="Times New Roman" panose="02020603050405020304" pitchFamily="18" charset="0"/>
                  <a:cs typeface="Times New Roman" panose="02020603050405020304" pitchFamily="18" charset="0"/>
                </a:rPr>
                <a:t>XGBoost</a:t>
              </a:r>
              <a:endParaRPr lang="en-IN"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6" name="Rectangle: Rounded Corners 15">
              <a:extLst>
                <a:ext uri="{FF2B5EF4-FFF2-40B4-BE49-F238E27FC236}">
                  <a16:creationId xmlns:a16="http://schemas.microsoft.com/office/drawing/2014/main" id="{ACE163CD-9044-EBDB-7BB2-2868E970A2F9}"/>
                </a:ext>
              </a:extLst>
            </p:cNvPr>
            <p:cNvSpPr/>
            <p:nvPr/>
          </p:nvSpPr>
          <p:spPr>
            <a:xfrm>
              <a:off x="2120900" y="3885502"/>
              <a:ext cx="3926332" cy="734986"/>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Risk Prediction</a:t>
              </a:r>
            </a:p>
            <a:p>
              <a:pPr algn="ctr"/>
              <a:r>
                <a:rPr lang="en-IN" dirty="0">
                  <a:solidFill>
                    <a:schemeClr val="tx1">
                      <a:lumMod val="65000"/>
                      <a:lumOff val="35000"/>
                    </a:schemeClr>
                  </a:solidFill>
                  <a:latin typeface="Times New Roman" panose="02020603050405020304" pitchFamily="18" charset="0"/>
                  <a:cs typeface="Times New Roman" panose="02020603050405020304" pitchFamily="18" charset="0"/>
                </a:rPr>
                <a:t>Estimated Probability or Risk Category</a:t>
              </a:r>
            </a:p>
          </p:txBody>
        </p:sp>
        <p:sp>
          <p:nvSpPr>
            <p:cNvPr id="17" name="Rectangle: Rounded Corners 16">
              <a:extLst>
                <a:ext uri="{FF2B5EF4-FFF2-40B4-BE49-F238E27FC236}">
                  <a16:creationId xmlns:a16="http://schemas.microsoft.com/office/drawing/2014/main" id="{19D5D791-321B-74AC-1BD3-93DDFA92E8F3}"/>
                </a:ext>
              </a:extLst>
            </p:cNvPr>
            <p:cNvSpPr/>
            <p:nvPr/>
          </p:nvSpPr>
          <p:spPr>
            <a:xfrm>
              <a:off x="2120900" y="4795826"/>
              <a:ext cx="7950200" cy="734986"/>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Personalized Health Monitoring</a:t>
              </a:r>
            </a:p>
            <a:p>
              <a:pPr algn="ctr"/>
              <a:r>
                <a:rPr lang="en-IN" dirty="0">
                  <a:solidFill>
                    <a:schemeClr val="tx1">
                      <a:lumMod val="65000"/>
                      <a:lumOff val="35000"/>
                    </a:schemeClr>
                  </a:solidFill>
                  <a:latin typeface="Times New Roman" panose="02020603050405020304" pitchFamily="18" charset="0"/>
                  <a:cs typeface="Times New Roman" panose="02020603050405020304" pitchFamily="18" charset="0"/>
                </a:rPr>
                <a:t>Stored Data Measurements and Prediction History</a:t>
              </a:r>
            </a:p>
          </p:txBody>
        </p:sp>
        <p:sp>
          <p:nvSpPr>
            <p:cNvPr id="18" name="Rectangle: Rounded Corners 17">
              <a:extLst>
                <a:ext uri="{FF2B5EF4-FFF2-40B4-BE49-F238E27FC236}">
                  <a16:creationId xmlns:a16="http://schemas.microsoft.com/office/drawing/2014/main" id="{C877F79B-B596-00BC-1853-91CF09EC53FE}"/>
                </a:ext>
              </a:extLst>
            </p:cNvPr>
            <p:cNvSpPr/>
            <p:nvPr/>
          </p:nvSpPr>
          <p:spPr>
            <a:xfrm>
              <a:off x="2120900" y="5691784"/>
              <a:ext cx="7950200" cy="734986"/>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Interactive Dashboard</a:t>
              </a:r>
            </a:p>
            <a:p>
              <a:pPr algn="ctr"/>
              <a:r>
                <a:rPr lang="en-IN" dirty="0">
                  <a:solidFill>
                    <a:schemeClr val="tx1">
                      <a:lumMod val="65000"/>
                      <a:lumOff val="35000"/>
                    </a:schemeClr>
                  </a:solidFill>
                  <a:latin typeface="Times New Roman" panose="02020603050405020304" pitchFamily="18" charset="0"/>
                  <a:cs typeface="Times New Roman" panose="02020603050405020304" pitchFamily="18" charset="0"/>
                </a:rPr>
                <a:t>Risk estimates, explanations and Historical trend charts</a:t>
              </a:r>
            </a:p>
          </p:txBody>
        </p:sp>
        <p:cxnSp>
          <p:nvCxnSpPr>
            <p:cNvPr id="24" name="Straight Arrow Connector 23">
              <a:extLst>
                <a:ext uri="{FF2B5EF4-FFF2-40B4-BE49-F238E27FC236}">
                  <a16:creationId xmlns:a16="http://schemas.microsoft.com/office/drawing/2014/main" id="{75DD4845-C114-5433-B140-83518AE94AC0}"/>
                </a:ext>
              </a:extLst>
            </p:cNvPr>
            <p:cNvCxnSpPr>
              <a:cxnSpLocks/>
              <a:endCxn id="14" idx="0"/>
            </p:cNvCxnSpPr>
            <p:nvPr/>
          </p:nvCxnSpPr>
          <p:spPr>
            <a:xfrm>
              <a:off x="6096000" y="1968529"/>
              <a:ext cx="0" cy="153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A3C40D5-D632-D1D4-B090-9888D37E5D95}"/>
                </a:ext>
              </a:extLst>
            </p:cNvPr>
            <p:cNvCxnSpPr>
              <a:cxnSpLocks/>
            </p:cNvCxnSpPr>
            <p:nvPr/>
          </p:nvCxnSpPr>
          <p:spPr>
            <a:xfrm>
              <a:off x="6096000" y="2857304"/>
              <a:ext cx="0" cy="153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E32920E-5745-9EAC-02A3-672812EF553C}"/>
                </a:ext>
              </a:extLst>
            </p:cNvPr>
            <p:cNvCxnSpPr>
              <a:cxnSpLocks/>
            </p:cNvCxnSpPr>
            <p:nvPr/>
          </p:nvCxnSpPr>
          <p:spPr>
            <a:xfrm>
              <a:off x="6096000" y="3746079"/>
              <a:ext cx="0" cy="153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F4B9889C-6720-9A87-7CE4-CA0133469FF8}"/>
                </a:ext>
              </a:extLst>
            </p:cNvPr>
            <p:cNvSpPr/>
            <p:nvPr/>
          </p:nvSpPr>
          <p:spPr>
            <a:xfrm>
              <a:off x="6144768" y="3885502"/>
              <a:ext cx="3926325" cy="734986"/>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SHAP Explanation</a:t>
              </a:r>
            </a:p>
            <a:p>
              <a:pPr algn="ctr"/>
              <a:r>
                <a:rPr lang="en-IN" dirty="0">
                  <a:solidFill>
                    <a:schemeClr val="tx1">
                      <a:lumMod val="65000"/>
                      <a:lumOff val="35000"/>
                    </a:schemeClr>
                  </a:solidFill>
                  <a:latin typeface="Times New Roman" panose="02020603050405020304" pitchFamily="18" charset="0"/>
                  <a:cs typeface="Times New Roman" panose="02020603050405020304" pitchFamily="18" charset="0"/>
                </a:rPr>
                <a:t>Features contributing to the Prediction</a:t>
              </a:r>
            </a:p>
          </p:txBody>
        </p:sp>
        <p:cxnSp>
          <p:nvCxnSpPr>
            <p:cNvPr id="30" name="Straight Arrow Connector 29">
              <a:extLst>
                <a:ext uri="{FF2B5EF4-FFF2-40B4-BE49-F238E27FC236}">
                  <a16:creationId xmlns:a16="http://schemas.microsoft.com/office/drawing/2014/main" id="{F3E4D5E9-B013-BBE8-992A-48A596EB1692}"/>
                </a:ext>
              </a:extLst>
            </p:cNvPr>
            <p:cNvCxnSpPr>
              <a:cxnSpLocks/>
            </p:cNvCxnSpPr>
            <p:nvPr/>
          </p:nvCxnSpPr>
          <p:spPr>
            <a:xfrm>
              <a:off x="6096000" y="4642037"/>
              <a:ext cx="0" cy="153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76E9B95-D967-0E01-1889-BD3C4252BEA2}"/>
                </a:ext>
              </a:extLst>
            </p:cNvPr>
            <p:cNvCxnSpPr>
              <a:cxnSpLocks/>
            </p:cNvCxnSpPr>
            <p:nvPr/>
          </p:nvCxnSpPr>
          <p:spPr>
            <a:xfrm>
              <a:off x="6096000" y="5530812"/>
              <a:ext cx="0" cy="153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011885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E73C3-466B-FCFC-3126-D3D65E3DB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03F29F-9EAB-1B8F-FD28-AEE7C373E6C0}"/>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MODULE – 1 PATIENT HEALTH DATA COLLECTION</a:t>
            </a:r>
          </a:p>
        </p:txBody>
      </p:sp>
      <p:sp>
        <p:nvSpPr>
          <p:cNvPr id="3" name="Content Placeholder 2">
            <a:extLst>
              <a:ext uri="{FF2B5EF4-FFF2-40B4-BE49-F238E27FC236}">
                <a16:creationId xmlns:a16="http://schemas.microsoft.com/office/drawing/2014/main" id="{A5EC5DA9-D824-F3AA-E6DC-A1AB28DD72A6}"/>
              </a:ext>
            </a:extLst>
          </p:cNvPr>
          <p:cNvSpPr>
            <a:spLocks noGrp="1"/>
          </p:cNvSpPr>
          <p:nvPr>
            <p:ph idx="1"/>
          </p:nvPr>
        </p:nvSpPr>
        <p:spPr>
          <a:xfrm>
            <a:off x="838200" y="1270002"/>
            <a:ext cx="10515600" cy="5067831"/>
          </a:xfrm>
        </p:spPr>
        <p:txBody>
          <a:bodyPr anchor="ctr">
            <a:noAutofit/>
          </a:bodyPr>
          <a:lstStyle/>
          <a:p>
            <a:pPr marL="0" indent="0" algn="just">
              <a:lnSpc>
                <a:spcPct val="100000"/>
              </a:lnSpc>
              <a:buNone/>
            </a:pPr>
            <a:r>
              <a:rPr lang="en-IN" sz="2000" b="1" dirty="0">
                <a:latin typeface="Times New Roman" panose="02020603050405020304" pitchFamily="18" charset="0"/>
                <a:cs typeface="Times New Roman" panose="02020603050405020304" pitchFamily="18" charset="0"/>
              </a:rPr>
              <a:t>Objective: </a:t>
            </a:r>
            <a:r>
              <a:rPr lang="en-IN" sz="2000" dirty="0">
                <a:latin typeface="Times New Roman" panose="02020603050405020304" pitchFamily="18" charset="0"/>
                <a:cs typeface="Times New Roman" panose="02020603050405020304" pitchFamily="18" charset="0"/>
              </a:rPr>
              <a:t>Collect the health-related information required to predict diabetes risk.</a:t>
            </a:r>
          </a:p>
          <a:p>
            <a:pPr marL="0" indent="0" algn="just">
              <a:lnSpc>
                <a:spcPct val="100000"/>
              </a:lnSpc>
              <a:buNone/>
            </a:pPr>
            <a:r>
              <a:rPr lang="en-IN" sz="2000" b="1" dirty="0">
                <a:latin typeface="Times New Roman" panose="02020603050405020304" pitchFamily="18" charset="0"/>
                <a:cs typeface="Times New Roman" panose="02020603050405020304" pitchFamily="18" charset="0"/>
              </a:rPr>
              <a:t>Module Description:</a:t>
            </a:r>
          </a:p>
          <a:p>
            <a:pPr lvl="0" algn="just">
              <a:lnSpc>
                <a:spcPct val="100000"/>
              </a:lnSpc>
            </a:pPr>
            <a:r>
              <a:rPr lang="en-IN" sz="2000" dirty="0">
                <a:latin typeface="Times New Roman" panose="02020603050405020304" pitchFamily="18" charset="0"/>
                <a:cs typeface="Times New Roman" panose="02020603050405020304" pitchFamily="18" charset="0"/>
              </a:rPr>
              <a:t>Collect patient health data from user input or a dataset.</a:t>
            </a:r>
          </a:p>
          <a:p>
            <a:pPr lvl="0" algn="just">
              <a:lnSpc>
                <a:spcPct val="100000"/>
              </a:lnSpc>
            </a:pPr>
            <a:r>
              <a:rPr lang="en-IN" sz="2000" dirty="0">
                <a:latin typeface="Times New Roman" panose="02020603050405020304" pitchFamily="18" charset="0"/>
                <a:cs typeface="Times New Roman" panose="02020603050405020304" pitchFamily="18" charset="0"/>
              </a:rPr>
              <a:t>Use relevant features such as age, BMI, glucose level, blood pressure, insulin level, and pregnancies, if available.</a:t>
            </a:r>
          </a:p>
          <a:p>
            <a:pPr lvl="0" algn="just">
              <a:lnSpc>
                <a:spcPct val="100000"/>
              </a:lnSpc>
            </a:pPr>
            <a:r>
              <a:rPr lang="en-IN" sz="2000" dirty="0">
                <a:latin typeface="Times New Roman" panose="02020603050405020304" pitchFamily="18" charset="0"/>
                <a:cs typeface="Times New Roman" panose="02020603050405020304" pitchFamily="18" charset="0"/>
              </a:rPr>
              <a:t>Validate input values and check whether required fields are provided.</a:t>
            </a:r>
          </a:p>
          <a:p>
            <a:pPr lvl="0" algn="just">
              <a:lnSpc>
                <a:spcPct val="100000"/>
              </a:lnSpc>
            </a:pPr>
            <a:r>
              <a:rPr lang="en-IN" sz="2000" dirty="0">
                <a:latin typeface="Times New Roman" panose="02020603050405020304" pitchFamily="18" charset="0"/>
                <a:cs typeface="Times New Roman" panose="02020603050405020304" pitchFamily="18" charset="0"/>
              </a:rPr>
              <a:t>Prepare the data for further processing by the machine learning pipeline.</a:t>
            </a:r>
          </a:p>
          <a:p>
            <a:pPr marL="0" indent="0" algn="just">
              <a:lnSpc>
                <a:spcPct val="100000"/>
              </a:lnSpc>
              <a:buNone/>
            </a:pPr>
            <a:r>
              <a:rPr lang="en-IN" sz="2000" b="1" dirty="0">
                <a:latin typeface="Times New Roman" panose="02020603050405020304" pitchFamily="18" charset="0"/>
                <a:cs typeface="Times New Roman" panose="02020603050405020304" pitchFamily="18" charset="0"/>
              </a:rPr>
              <a:t>Input: </a:t>
            </a:r>
            <a:r>
              <a:rPr lang="en-IN" sz="2000" dirty="0">
                <a:latin typeface="Times New Roman" panose="02020603050405020304" pitchFamily="18" charset="0"/>
                <a:cs typeface="Times New Roman" panose="02020603050405020304" pitchFamily="18" charset="0"/>
              </a:rPr>
              <a:t>Patient health parameters or dataset records.</a:t>
            </a:r>
          </a:p>
          <a:p>
            <a:pPr marL="0" indent="0" algn="just">
              <a:lnSpc>
                <a:spcPct val="100000"/>
              </a:lnSpc>
              <a:buNone/>
            </a:pPr>
            <a:r>
              <a:rPr lang="en-IN" sz="2000" b="1" dirty="0">
                <a:latin typeface="Times New Roman" panose="02020603050405020304" pitchFamily="18" charset="0"/>
                <a:cs typeface="Times New Roman" panose="02020603050405020304" pitchFamily="18" charset="0"/>
              </a:rPr>
              <a:t>Output: </a:t>
            </a:r>
            <a:r>
              <a:rPr lang="en-IN" sz="2000" dirty="0">
                <a:latin typeface="Times New Roman" panose="02020603050405020304" pitchFamily="18" charset="0"/>
                <a:cs typeface="Times New Roman" panose="02020603050405020304" pitchFamily="18" charset="0"/>
              </a:rPr>
              <a:t>Raw patient health data ready for preprocessing.</a:t>
            </a:r>
          </a:p>
        </p:txBody>
      </p:sp>
      <p:sp>
        <p:nvSpPr>
          <p:cNvPr id="4" name="TextBox 3">
            <a:extLst>
              <a:ext uri="{FF2B5EF4-FFF2-40B4-BE49-F238E27FC236}">
                <a16:creationId xmlns:a16="http://schemas.microsoft.com/office/drawing/2014/main" id="{634F2BA6-231B-BD96-DE4A-C7342EA79C9B}"/>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A1F5D538-E843-C820-32F8-7D4996CA45ED}"/>
              </a:ext>
            </a:extLst>
          </p:cNvPr>
          <p:cNvSpPr>
            <a:spLocks noGrp="1"/>
          </p:cNvSpPr>
          <p:nvPr>
            <p:ph type="sldNum" sz="quarter" idx="12"/>
          </p:nvPr>
        </p:nvSpPr>
        <p:spPr/>
        <p:txBody>
          <a:bodyPr/>
          <a:lstStyle/>
          <a:p>
            <a:fld id="{3F89A050-2CE8-43E2-A037-2F45FBB835B5}" type="slidenum">
              <a:rPr lang="en-IN" smtClean="0"/>
              <a:t>9</a:t>
            </a:fld>
            <a:endParaRPr lang="en-IN"/>
          </a:p>
        </p:txBody>
      </p:sp>
    </p:spTree>
    <p:extLst>
      <p:ext uri="{BB962C8B-B14F-4D97-AF65-F5344CB8AC3E}">
        <p14:creationId xmlns:p14="http://schemas.microsoft.com/office/powerpoint/2010/main" val="3518435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C115A-CEDB-C43B-9118-58579FA187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DE637-C4A1-FD50-B83B-9F74D9078CDC}"/>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MODULE – 2 DATA PREPROCESSING</a:t>
            </a:r>
          </a:p>
        </p:txBody>
      </p:sp>
      <p:sp>
        <p:nvSpPr>
          <p:cNvPr id="3" name="Content Placeholder 2">
            <a:extLst>
              <a:ext uri="{FF2B5EF4-FFF2-40B4-BE49-F238E27FC236}">
                <a16:creationId xmlns:a16="http://schemas.microsoft.com/office/drawing/2014/main" id="{9C293ADD-1958-5BAA-7FD9-BA91C0236A38}"/>
              </a:ext>
            </a:extLst>
          </p:cNvPr>
          <p:cNvSpPr>
            <a:spLocks noGrp="1"/>
          </p:cNvSpPr>
          <p:nvPr>
            <p:ph idx="1"/>
          </p:nvPr>
        </p:nvSpPr>
        <p:spPr>
          <a:xfrm>
            <a:off x="838200" y="1270002"/>
            <a:ext cx="10515600" cy="5067831"/>
          </a:xfrm>
        </p:spPr>
        <p:txBody>
          <a:bodyPr anchor="ctr">
            <a:noAutofit/>
          </a:bodyPr>
          <a:lstStyle/>
          <a:p>
            <a:pPr marL="0" indent="0" algn="just">
              <a:lnSpc>
                <a:spcPct val="100000"/>
              </a:lnSpc>
              <a:buNone/>
            </a:pPr>
            <a:r>
              <a:rPr lang="en-IN" sz="2000" b="1" dirty="0">
                <a:latin typeface="Times New Roman" panose="02020603050405020304" pitchFamily="18" charset="0"/>
                <a:cs typeface="Times New Roman" panose="02020603050405020304" pitchFamily="18" charset="0"/>
              </a:rPr>
              <a:t>Objective: </a:t>
            </a:r>
            <a:r>
              <a:rPr lang="en-IN" sz="2000" dirty="0">
                <a:latin typeface="Times New Roman" panose="02020603050405020304" pitchFamily="18" charset="0"/>
                <a:cs typeface="Times New Roman" panose="02020603050405020304" pitchFamily="18" charset="0"/>
              </a:rPr>
              <a:t>Improve data quality and prepare the dataset for machine learning.</a:t>
            </a:r>
          </a:p>
          <a:p>
            <a:pPr marL="0" indent="0" algn="just">
              <a:lnSpc>
                <a:spcPct val="100000"/>
              </a:lnSpc>
              <a:buNone/>
            </a:pPr>
            <a:r>
              <a:rPr lang="en-IN" sz="2000" b="1" dirty="0">
                <a:latin typeface="Times New Roman" panose="02020603050405020304" pitchFamily="18" charset="0"/>
                <a:cs typeface="Times New Roman" panose="02020603050405020304" pitchFamily="18" charset="0"/>
              </a:rPr>
              <a:t>Module Description:</a:t>
            </a:r>
          </a:p>
          <a:p>
            <a:pPr lvl="0" algn="just">
              <a:lnSpc>
                <a:spcPct val="100000"/>
              </a:lnSpc>
            </a:pPr>
            <a:r>
              <a:rPr lang="en-IN" sz="2000" dirty="0">
                <a:latin typeface="Times New Roman" panose="02020603050405020304" pitchFamily="18" charset="0"/>
                <a:cs typeface="Times New Roman" panose="02020603050405020304" pitchFamily="18" charset="0"/>
              </a:rPr>
              <a:t>Inspect the dataset for missing values, duplicate records, and inconsistent data.</a:t>
            </a:r>
          </a:p>
          <a:p>
            <a:pPr lvl="0" algn="just">
              <a:lnSpc>
                <a:spcPct val="100000"/>
              </a:lnSpc>
            </a:pPr>
            <a:r>
              <a:rPr lang="en-IN" sz="2000" dirty="0">
                <a:latin typeface="Times New Roman" panose="02020603050405020304" pitchFamily="18" charset="0"/>
                <a:cs typeface="Times New Roman" panose="02020603050405020304" pitchFamily="18" charset="0"/>
              </a:rPr>
              <a:t>Handle missing or invalid values using suitable preprocessing methods.</a:t>
            </a:r>
          </a:p>
          <a:p>
            <a:pPr lvl="0" algn="just">
              <a:lnSpc>
                <a:spcPct val="100000"/>
              </a:lnSpc>
            </a:pPr>
            <a:r>
              <a:rPr lang="en-IN" sz="2000" dirty="0">
                <a:latin typeface="Times New Roman" panose="02020603050405020304" pitchFamily="18" charset="0"/>
                <a:cs typeface="Times New Roman" panose="02020603050405020304" pitchFamily="18" charset="0"/>
              </a:rPr>
              <a:t>Encode categorical variables if present.</a:t>
            </a:r>
          </a:p>
          <a:p>
            <a:pPr lvl="0" algn="just">
              <a:lnSpc>
                <a:spcPct val="100000"/>
              </a:lnSpc>
            </a:pPr>
            <a:r>
              <a:rPr lang="en-IN" sz="2000" dirty="0">
                <a:latin typeface="Times New Roman" panose="02020603050405020304" pitchFamily="18" charset="0"/>
                <a:cs typeface="Times New Roman" panose="02020603050405020304" pitchFamily="18" charset="0"/>
              </a:rPr>
              <a:t>Apply feature scaling when required by the selected algorithm.</a:t>
            </a:r>
          </a:p>
          <a:p>
            <a:pPr lvl="0" algn="just">
              <a:lnSpc>
                <a:spcPct val="100000"/>
              </a:lnSpc>
            </a:pPr>
            <a:r>
              <a:rPr lang="en-IN" sz="2000" dirty="0">
                <a:latin typeface="Times New Roman" panose="02020603050405020304" pitchFamily="18" charset="0"/>
                <a:cs typeface="Times New Roman" panose="02020603050405020304" pitchFamily="18" charset="0"/>
              </a:rPr>
              <a:t>Split the dataset into training and testing sets.</a:t>
            </a:r>
          </a:p>
          <a:p>
            <a:pPr lvl="0" algn="just">
              <a:lnSpc>
                <a:spcPct val="100000"/>
              </a:lnSpc>
            </a:pPr>
            <a:r>
              <a:rPr lang="en-IN" sz="2000" dirty="0">
                <a:latin typeface="Times New Roman" panose="02020603050405020304" pitchFamily="18" charset="0"/>
                <a:cs typeface="Times New Roman" panose="02020603050405020304" pitchFamily="18" charset="0"/>
              </a:rPr>
              <a:t>Apply preprocessing consistently during both training and prediction.</a:t>
            </a:r>
          </a:p>
          <a:p>
            <a:pPr marL="0" indent="0" algn="just">
              <a:lnSpc>
                <a:spcPct val="100000"/>
              </a:lnSpc>
              <a:buNone/>
            </a:pPr>
            <a:r>
              <a:rPr lang="en-IN" sz="2000" b="1" dirty="0">
                <a:latin typeface="Times New Roman" panose="02020603050405020304" pitchFamily="18" charset="0"/>
                <a:cs typeface="Times New Roman" panose="02020603050405020304" pitchFamily="18" charset="0"/>
              </a:rPr>
              <a:t>Input: </a:t>
            </a:r>
            <a:r>
              <a:rPr lang="en-IN" sz="2000" dirty="0">
                <a:latin typeface="Times New Roman" panose="02020603050405020304" pitchFamily="18" charset="0"/>
                <a:cs typeface="Times New Roman" panose="02020603050405020304" pitchFamily="18" charset="0"/>
              </a:rPr>
              <a:t>Raw patient health data.</a:t>
            </a:r>
          </a:p>
          <a:p>
            <a:pPr marL="0" indent="0" algn="just">
              <a:lnSpc>
                <a:spcPct val="100000"/>
              </a:lnSpc>
              <a:buNone/>
            </a:pPr>
            <a:r>
              <a:rPr lang="en-IN" sz="2000" b="1" dirty="0">
                <a:latin typeface="Times New Roman" panose="02020603050405020304" pitchFamily="18" charset="0"/>
                <a:cs typeface="Times New Roman" panose="02020603050405020304" pitchFamily="18" charset="0"/>
              </a:rPr>
              <a:t>Output: </a:t>
            </a:r>
            <a:r>
              <a:rPr lang="en-IN" sz="2000" dirty="0">
                <a:latin typeface="Times New Roman" panose="02020603050405020304" pitchFamily="18" charset="0"/>
                <a:cs typeface="Times New Roman" panose="02020603050405020304" pitchFamily="18" charset="0"/>
              </a:rPr>
              <a:t>Cleaned and prepared dataset</a:t>
            </a:r>
          </a:p>
        </p:txBody>
      </p:sp>
      <p:sp>
        <p:nvSpPr>
          <p:cNvPr id="4" name="TextBox 3">
            <a:extLst>
              <a:ext uri="{FF2B5EF4-FFF2-40B4-BE49-F238E27FC236}">
                <a16:creationId xmlns:a16="http://schemas.microsoft.com/office/drawing/2014/main" id="{ED44C52C-98FB-62E8-8F56-9DA6D3991673}"/>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5A17870F-3587-DA29-C392-87EBE4BE515D}"/>
              </a:ext>
            </a:extLst>
          </p:cNvPr>
          <p:cNvSpPr>
            <a:spLocks noGrp="1"/>
          </p:cNvSpPr>
          <p:nvPr>
            <p:ph type="sldNum" sz="quarter" idx="12"/>
          </p:nvPr>
        </p:nvSpPr>
        <p:spPr/>
        <p:txBody>
          <a:bodyPr/>
          <a:lstStyle/>
          <a:p>
            <a:fld id="{3F89A050-2CE8-43E2-A037-2F45FBB835B5}" type="slidenum">
              <a:rPr lang="en-IN" smtClean="0"/>
              <a:t>10</a:t>
            </a:fld>
            <a:endParaRPr lang="en-IN"/>
          </a:p>
        </p:txBody>
      </p:sp>
    </p:spTree>
    <p:extLst>
      <p:ext uri="{BB962C8B-B14F-4D97-AF65-F5344CB8AC3E}">
        <p14:creationId xmlns:p14="http://schemas.microsoft.com/office/powerpoint/2010/main" val="1169208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3783C-FB4C-C729-5685-F349CBC514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58330-371A-46CB-74F9-7649F89DE2F2}"/>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MODULE – 3 MACHINE LEARNING MODELS</a:t>
            </a:r>
          </a:p>
        </p:txBody>
      </p:sp>
      <p:sp>
        <p:nvSpPr>
          <p:cNvPr id="3" name="Content Placeholder 2">
            <a:extLst>
              <a:ext uri="{FF2B5EF4-FFF2-40B4-BE49-F238E27FC236}">
                <a16:creationId xmlns:a16="http://schemas.microsoft.com/office/drawing/2014/main" id="{A9E5C198-DA1F-6909-DD72-3C06BA08FE29}"/>
              </a:ext>
            </a:extLst>
          </p:cNvPr>
          <p:cNvSpPr>
            <a:spLocks noGrp="1"/>
          </p:cNvSpPr>
          <p:nvPr>
            <p:ph idx="1"/>
          </p:nvPr>
        </p:nvSpPr>
        <p:spPr>
          <a:xfrm>
            <a:off x="838200" y="1270002"/>
            <a:ext cx="10515600" cy="5067831"/>
          </a:xfrm>
        </p:spPr>
        <p:txBody>
          <a:bodyPr anchor="ctr">
            <a:noAutofit/>
          </a:bodyPr>
          <a:lstStyle/>
          <a:p>
            <a:pPr marL="0" indent="0" algn="just">
              <a:lnSpc>
                <a:spcPct val="100000"/>
              </a:lnSpc>
              <a:buNone/>
            </a:pPr>
            <a:r>
              <a:rPr lang="en-US" sz="2000" b="1" dirty="0">
                <a:latin typeface="Times New Roman" panose="02020603050405020304" pitchFamily="18" charset="0"/>
                <a:cs typeface="Times New Roman" panose="02020603050405020304" pitchFamily="18" charset="0"/>
              </a:rPr>
              <a:t>Objective: </a:t>
            </a:r>
            <a:r>
              <a:rPr lang="en-US" sz="2000" dirty="0">
                <a:latin typeface="Times New Roman" panose="02020603050405020304" pitchFamily="18" charset="0"/>
                <a:cs typeface="Times New Roman" panose="02020603050405020304" pitchFamily="18" charset="0"/>
              </a:rPr>
              <a:t>Train and compare machine learning algorithms for diabetes risk prediction.</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Module Description:</a:t>
            </a:r>
          </a:p>
          <a:p>
            <a:pPr algn="just">
              <a:lnSpc>
                <a:spcPct val="100000"/>
              </a:lnSpc>
            </a:pPr>
            <a:r>
              <a:rPr lang="en-US" sz="2000" dirty="0">
                <a:latin typeface="Times New Roman" panose="02020603050405020304" pitchFamily="18" charset="0"/>
                <a:cs typeface="Times New Roman" panose="02020603050405020304" pitchFamily="18" charset="0"/>
              </a:rPr>
              <a:t>Train Logistic Regression, Random Forest, and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models.</a:t>
            </a:r>
          </a:p>
          <a:p>
            <a:pPr algn="just">
              <a:lnSpc>
                <a:spcPct val="100000"/>
              </a:lnSpc>
            </a:pPr>
            <a:r>
              <a:rPr lang="en-US" sz="2000" dirty="0">
                <a:latin typeface="Times New Roman" panose="02020603050405020304" pitchFamily="18" charset="0"/>
                <a:cs typeface="Times New Roman" panose="02020603050405020304" pitchFamily="18" charset="0"/>
              </a:rPr>
              <a:t>Learn patterns and relationships between health parameters and diabetes outcomes.</a:t>
            </a:r>
          </a:p>
          <a:p>
            <a:pPr algn="just">
              <a:lnSpc>
                <a:spcPct val="100000"/>
              </a:lnSpc>
            </a:pPr>
            <a:r>
              <a:rPr lang="en-US" sz="2000" dirty="0">
                <a:latin typeface="Times New Roman" panose="02020603050405020304" pitchFamily="18" charset="0"/>
                <a:cs typeface="Times New Roman" panose="02020603050405020304" pitchFamily="18" charset="0"/>
              </a:rPr>
              <a:t>Compare model performance using accuracy, precision, recall, F1-score, and confusion matrix.</a:t>
            </a:r>
          </a:p>
          <a:p>
            <a:pPr algn="just">
              <a:lnSpc>
                <a:spcPct val="100000"/>
              </a:lnSpc>
            </a:pPr>
            <a:r>
              <a:rPr lang="en-US" sz="2000" dirty="0">
                <a:latin typeface="Times New Roman" panose="02020603050405020304" pitchFamily="18" charset="0"/>
                <a:cs typeface="Times New Roman" panose="02020603050405020304" pitchFamily="18" charset="0"/>
              </a:rPr>
              <a:t>Select a suitable model based on evaluation results.</a:t>
            </a:r>
          </a:p>
          <a:p>
            <a:pPr algn="just">
              <a:lnSpc>
                <a:spcPct val="100000"/>
              </a:lnSpc>
            </a:pPr>
            <a:r>
              <a:rPr lang="en-US" sz="2000" dirty="0">
                <a:latin typeface="Times New Roman" panose="02020603050405020304" pitchFamily="18" charset="0"/>
                <a:cs typeface="Times New Roman" panose="02020603050405020304" pitchFamily="18" charset="0"/>
              </a:rPr>
              <a:t>Save the trained model for use in the prediction application.</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Input: </a:t>
            </a:r>
            <a:r>
              <a:rPr lang="en-US" sz="2000" dirty="0">
                <a:latin typeface="Times New Roman" panose="02020603050405020304" pitchFamily="18" charset="0"/>
                <a:cs typeface="Times New Roman" panose="02020603050405020304" pitchFamily="18" charset="0"/>
              </a:rPr>
              <a:t>Preprocessed training dataset.</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Output: </a:t>
            </a:r>
            <a:r>
              <a:rPr lang="en-US" sz="2000" dirty="0">
                <a:latin typeface="Times New Roman" panose="02020603050405020304" pitchFamily="18" charset="0"/>
                <a:cs typeface="Times New Roman" panose="02020603050405020304" pitchFamily="18" charset="0"/>
              </a:rPr>
              <a:t>Trained machine learning model and evaluation results.</a:t>
            </a:r>
          </a:p>
        </p:txBody>
      </p:sp>
      <p:sp>
        <p:nvSpPr>
          <p:cNvPr id="4" name="TextBox 3">
            <a:extLst>
              <a:ext uri="{FF2B5EF4-FFF2-40B4-BE49-F238E27FC236}">
                <a16:creationId xmlns:a16="http://schemas.microsoft.com/office/drawing/2014/main" id="{EA3F9A58-E390-5E5F-AB67-AEB065B789E4}"/>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B2BCF4AB-8D6B-8E13-4664-75783CBA8BF2}"/>
              </a:ext>
            </a:extLst>
          </p:cNvPr>
          <p:cNvSpPr>
            <a:spLocks noGrp="1"/>
          </p:cNvSpPr>
          <p:nvPr>
            <p:ph type="sldNum" sz="quarter" idx="12"/>
          </p:nvPr>
        </p:nvSpPr>
        <p:spPr/>
        <p:txBody>
          <a:bodyPr/>
          <a:lstStyle/>
          <a:p>
            <a:fld id="{3F89A050-2CE8-43E2-A037-2F45FBB835B5}" type="slidenum">
              <a:rPr lang="en-IN" smtClean="0"/>
              <a:t>11</a:t>
            </a:fld>
            <a:endParaRPr lang="en-IN"/>
          </a:p>
        </p:txBody>
      </p:sp>
    </p:spTree>
    <p:extLst>
      <p:ext uri="{BB962C8B-B14F-4D97-AF65-F5344CB8AC3E}">
        <p14:creationId xmlns:p14="http://schemas.microsoft.com/office/powerpoint/2010/main" val="1938823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0393D-06D9-514D-3419-6C7C68230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FB9DD-BBED-9237-DBC5-943231AE39F3}"/>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MODULE – 4 RISK PREDICTION AND SHAP EXPLANATION</a:t>
            </a:r>
          </a:p>
        </p:txBody>
      </p:sp>
      <p:sp>
        <p:nvSpPr>
          <p:cNvPr id="3" name="Content Placeholder 2">
            <a:extLst>
              <a:ext uri="{FF2B5EF4-FFF2-40B4-BE49-F238E27FC236}">
                <a16:creationId xmlns:a16="http://schemas.microsoft.com/office/drawing/2014/main" id="{F377A892-3CA8-953A-A0B2-7B9874F1B35A}"/>
              </a:ext>
            </a:extLst>
          </p:cNvPr>
          <p:cNvSpPr>
            <a:spLocks noGrp="1"/>
          </p:cNvSpPr>
          <p:nvPr>
            <p:ph idx="1"/>
          </p:nvPr>
        </p:nvSpPr>
        <p:spPr>
          <a:xfrm>
            <a:off x="838200" y="1270002"/>
            <a:ext cx="10515600" cy="5067831"/>
          </a:xfrm>
        </p:spPr>
        <p:txBody>
          <a:bodyPr anchor="ctr">
            <a:noAutofit/>
          </a:bodyPr>
          <a:lstStyle/>
          <a:p>
            <a:pPr marL="0" indent="0" algn="just">
              <a:lnSpc>
                <a:spcPct val="100000"/>
              </a:lnSpc>
              <a:buNone/>
            </a:pPr>
            <a:r>
              <a:rPr lang="en-US" sz="2000" b="1" dirty="0">
                <a:latin typeface="Times New Roman" panose="02020603050405020304" pitchFamily="18" charset="0"/>
                <a:cs typeface="Times New Roman" panose="02020603050405020304" pitchFamily="18" charset="0"/>
              </a:rPr>
              <a:t>Objective: </a:t>
            </a:r>
            <a:r>
              <a:rPr lang="en-US" sz="2000" dirty="0">
                <a:latin typeface="Times New Roman" panose="02020603050405020304" pitchFamily="18" charset="0"/>
                <a:cs typeface="Times New Roman" panose="02020603050405020304" pitchFamily="18" charset="0"/>
              </a:rPr>
              <a:t>Predict diabetes risk and explain the factors influencing the result.</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Module Description:</a:t>
            </a:r>
          </a:p>
          <a:p>
            <a:pPr algn="just">
              <a:lnSpc>
                <a:spcPct val="100000"/>
              </a:lnSpc>
            </a:pPr>
            <a:r>
              <a:rPr lang="en-US" sz="2000" dirty="0">
                <a:latin typeface="Times New Roman" panose="02020603050405020304" pitchFamily="18" charset="0"/>
                <a:cs typeface="Times New Roman" panose="02020603050405020304" pitchFamily="18" charset="0"/>
              </a:rPr>
              <a:t>Accept patient health parameters as input.</a:t>
            </a:r>
          </a:p>
          <a:p>
            <a:pPr algn="just">
              <a:lnSpc>
                <a:spcPct val="100000"/>
              </a:lnSpc>
            </a:pPr>
            <a:r>
              <a:rPr lang="en-US" sz="2000" dirty="0">
                <a:latin typeface="Times New Roman" panose="02020603050405020304" pitchFamily="18" charset="0"/>
                <a:cs typeface="Times New Roman" panose="02020603050405020304" pitchFamily="18" charset="0"/>
              </a:rPr>
              <a:t>Use the selected trained model to generate a prediction.</a:t>
            </a:r>
          </a:p>
          <a:p>
            <a:pPr algn="just">
              <a:lnSpc>
                <a:spcPct val="100000"/>
              </a:lnSpc>
            </a:pPr>
            <a:r>
              <a:rPr lang="en-US" sz="2000" dirty="0">
                <a:latin typeface="Times New Roman" panose="02020603050405020304" pitchFamily="18" charset="0"/>
                <a:cs typeface="Times New Roman" panose="02020603050405020304" pitchFamily="18" charset="0"/>
              </a:rPr>
              <a:t>Display the estimated probability or predicted class, depending on model support.</a:t>
            </a:r>
          </a:p>
          <a:p>
            <a:pPr algn="just">
              <a:lnSpc>
                <a:spcPct val="100000"/>
              </a:lnSpc>
            </a:pPr>
            <a:r>
              <a:rPr lang="en-US" sz="2000" dirty="0">
                <a:latin typeface="Times New Roman" panose="02020603050405020304" pitchFamily="18" charset="0"/>
                <a:cs typeface="Times New Roman" panose="02020603050405020304" pitchFamily="18" charset="0"/>
              </a:rPr>
              <a:t>Apply SHAP (</a:t>
            </a:r>
            <a:r>
              <a:rPr lang="en-US" sz="2000" dirty="0" err="1">
                <a:latin typeface="Times New Roman" panose="02020603050405020304" pitchFamily="18" charset="0"/>
                <a:cs typeface="Times New Roman" panose="02020603050405020304" pitchFamily="18" charset="0"/>
              </a:rPr>
              <a:t>SHapley</a:t>
            </a:r>
            <a:r>
              <a:rPr lang="en-US" sz="2000" dirty="0">
                <a:latin typeface="Times New Roman" panose="02020603050405020304" pitchFamily="18" charset="0"/>
                <a:cs typeface="Times New Roman" panose="02020603050405020304" pitchFamily="18" charset="0"/>
              </a:rPr>
              <a:t> Additive </a:t>
            </a:r>
            <a:r>
              <a:rPr lang="en-US" sz="2000" dirty="0" err="1">
                <a:latin typeface="Times New Roman" panose="02020603050405020304" pitchFamily="18" charset="0"/>
                <a:cs typeface="Times New Roman" panose="02020603050405020304" pitchFamily="18" charset="0"/>
              </a:rPr>
              <a:t>exPlanations</a:t>
            </a:r>
            <a:r>
              <a:rPr lang="en-US" sz="2000" dirty="0">
                <a:latin typeface="Times New Roman" panose="02020603050405020304" pitchFamily="18" charset="0"/>
                <a:cs typeface="Times New Roman" panose="02020603050405020304" pitchFamily="18" charset="0"/>
              </a:rPr>
              <a:t>) to estimate the contribution of individual features.</a:t>
            </a:r>
          </a:p>
          <a:p>
            <a:pPr algn="just">
              <a:lnSpc>
                <a:spcPct val="100000"/>
              </a:lnSpc>
            </a:pPr>
            <a:r>
              <a:rPr lang="en-US" sz="2000" dirty="0">
                <a:latin typeface="Times New Roman" panose="02020603050405020304" pitchFamily="18" charset="0"/>
                <a:cs typeface="Times New Roman" panose="02020603050405020304" pitchFamily="18" charset="0"/>
              </a:rPr>
              <a:t>Display important contributing factors using visualizations.</a:t>
            </a:r>
          </a:p>
          <a:p>
            <a:pPr algn="just">
              <a:lnSpc>
                <a:spcPct val="100000"/>
              </a:lnSpc>
            </a:pPr>
            <a:r>
              <a:rPr lang="en-US" sz="2000" dirty="0">
                <a:latin typeface="Times New Roman" panose="02020603050405020304" pitchFamily="18" charset="0"/>
                <a:cs typeface="Times New Roman" panose="02020603050405020304" pitchFamily="18" charset="0"/>
              </a:rPr>
              <a:t>Help users understand why the model produced a particular result.</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Input: </a:t>
            </a:r>
            <a:r>
              <a:rPr lang="en-US" sz="2000" dirty="0">
                <a:latin typeface="Times New Roman" panose="02020603050405020304" pitchFamily="18" charset="0"/>
                <a:cs typeface="Times New Roman" panose="02020603050405020304" pitchFamily="18" charset="0"/>
              </a:rPr>
              <a:t>Patient health parameters and trained model.</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Output: </a:t>
            </a:r>
            <a:r>
              <a:rPr lang="en-US" sz="2000" dirty="0">
                <a:latin typeface="Times New Roman" panose="02020603050405020304" pitchFamily="18" charset="0"/>
                <a:cs typeface="Times New Roman" panose="02020603050405020304" pitchFamily="18" charset="0"/>
              </a:rPr>
              <a:t>Diabetes risk prediction and feature-contribution explanation.</a:t>
            </a:r>
          </a:p>
        </p:txBody>
      </p:sp>
      <p:sp>
        <p:nvSpPr>
          <p:cNvPr id="4" name="TextBox 3">
            <a:extLst>
              <a:ext uri="{FF2B5EF4-FFF2-40B4-BE49-F238E27FC236}">
                <a16:creationId xmlns:a16="http://schemas.microsoft.com/office/drawing/2014/main" id="{3E0E7F88-F9B5-1894-89F2-CFB85058E078}"/>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5830226D-1B66-FB44-6D97-CF6724A2F74B}"/>
              </a:ext>
            </a:extLst>
          </p:cNvPr>
          <p:cNvSpPr>
            <a:spLocks noGrp="1"/>
          </p:cNvSpPr>
          <p:nvPr>
            <p:ph type="sldNum" sz="quarter" idx="12"/>
          </p:nvPr>
        </p:nvSpPr>
        <p:spPr/>
        <p:txBody>
          <a:bodyPr/>
          <a:lstStyle/>
          <a:p>
            <a:fld id="{3F89A050-2CE8-43E2-A037-2F45FBB835B5}" type="slidenum">
              <a:rPr lang="en-IN" smtClean="0"/>
              <a:t>12</a:t>
            </a:fld>
            <a:endParaRPr lang="en-IN"/>
          </a:p>
        </p:txBody>
      </p:sp>
    </p:spTree>
    <p:extLst>
      <p:ext uri="{BB962C8B-B14F-4D97-AF65-F5344CB8AC3E}">
        <p14:creationId xmlns:p14="http://schemas.microsoft.com/office/powerpoint/2010/main" val="668600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9AD18-9150-6B28-E243-78AA1DFBF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09F1B-52E9-736E-888D-F368F21CCEDF}"/>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MODULE – 5 PERSONALIZED HEALTH MONITORING</a:t>
            </a:r>
          </a:p>
        </p:txBody>
      </p:sp>
      <p:sp>
        <p:nvSpPr>
          <p:cNvPr id="3" name="Content Placeholder 2">
            <a:extLst>
              <a:ext uri="{FF2B5EF4-FFF2-40B4-BE49-F238E27FC236}">
                <a16:creationId xmlns:a16="http://schemas.microsoft.com/office/drawing/2014/main" id="{0F6F36BD-27B7-291B-E005-43C880E2FA0E}"/>
              </a:ext>
            </a:extLst>
          </p:cNvPr>
          <p:cNvSpPr>
            <a:spLocks noGrp="1"/>
          </p:cNvSpPr>
          <p:nvPr>
            <p:ph idx="1"/>
          </p:nvPr>
        </p:nvSpPr>
        <p:spPr>
          <a:xfrm>
            <a:off x="838200" y="1270002"/>
            <a:ext cx="10515600" cy="5067831"/>
          </a:xfrm>
        </p:spPr>
        <p:txBody>
          <a:bodyPr anchor="ctr">
            <a:noAutofit/>
          </a:bodyPr>
          <a:lstStyle/>
          <a:p>
            <a:pPr marL="0" indent="0" algn="just">
              <a:lnSpc>
                <a:spcPct val="100000"/>
              </a:lnSpc>
              <a:buNone/>
            </a:pPr>
            <a:r>
              <a:rPr lang="en-US" sz="2000" b="1" dirty="0">
                <a:latin typeface="Times New Roman" panose="02020603050405020304" pitchFamily="18" charset="0"/>
                <a:cs typeface="Times New Roman" panose="02020603050405020304" pitchFamily="18" charset="0"/>
              </a:rPr>
              <a:t>Objective: </a:t>
            </a:r>
            <a:r>
              <a:rPr lang="en-US" sz="2000" dirty="0">
                <a:latin typeface="Times New Roman" panose="02020603050405020304" pitchFamily="18" charset="0"/>
                <a:cs typeface="Times New Roman" panose="02020603050405020304" pitchFamily="18" charset="0"/>
              </a:rPr>
              <a:t>Help users review their health information and prediction history over time.</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Module Description:</a:t>
            </a:r>
          </a:p>
          <a:p>
            <a:pPr algn="just">
              <a:lnSpc>
                <a:spcPct val="100000"/>
              </a:lnSpc>
            </a:pPr>
            <a:r>
              <a:rPr lang="en-US" sz="2000" dirty="0">
                <a:latin typeface="Times New Roman" panose="02020603050405020304" pitchFamily="18" charset="0"/>
                <a:cs typeface="Times New Roman" panose="02020603050405020304" pitchFamily="18" charset="0"/>
              </a:rPr>
              <a:t>Store patient measurements and prediction history when storage is implemented.</a:t>
            </a:r>
          </a:p>
          <a:p>
            <a:pPr algn="just">
              <a:lnSpc>
                <a:spcPct val="100000"/>
              </a:lnSpc>
            </a:pPr>
            <a:r>
              <a:rPr lang="en-US" sz="2000" dirty="0">
                <a:latin typeface="Times New Roman" panose="02020603050405020304" pitchFamily="18" charset="0"/>
                <a:cs typeface="Times New Roman" panose="02020603050405020304" pitchFamily="18" charset="0"/>
              </a:rPr>
              <a:t>Display previous predictions and recorded health measurements.</a:t>
            </a:r>
          </a:p>
          <a:p>
            <a:pPr algn="just">
              <a:lnSpc>
                <a:spcPct val="100000"/>
              </a:lnSpc>
            </a:pPr>
            <a:r>
              <a:rPr lang="en-US" sz="2000" dirty="0">
                <a:latin typeface="Times New Roman" panose="02020603050405020304" pitchFamily="18" charset="0"/>
                <a:cs typeface="Times New Roman" panose="02020603050405020304" pitchFamily="18" charset="0"/>
              </a:rPr>
              <a:t>Compare current values with previously recorded values.</a:t>
            </a:r>
          </a:p>
          <a:p>
            <a:pPr algn="just">
              <a:lnSpc>
                <a:spcPct val="100000"/>
              </a:lnSpc>
            </a:pPr>
            <a:r>
              <a:rPr lang="en-US" sz="2000" dirty="0">
                <a:latin typeface="Times New Roman" panose="02020603050405020304" pitchFamily="18" charset="0"/>
                <a:cs typeface="Times New Roman" panose="02020603050405020304" pitchFamily="18" charset="0"/>
              </a:rPr>
              <a:t>Provide general health-monitoring suggestions based on relevant parameters.</a:t>
            </a:r>
          </a:p>
          <a:p>
            <a:pPr algn="just">
              <a:lnSpc>
                <a:spcPct val="100000"/>
              </a:lnSpc>
            </a:pPr>
            <a:r>
              <a:rPr lang="en-US" sz="2000" dirty="0">
                <a:latin typeface="Times New Roman" panose="02020603050405020304" pitchFamily="18" charset="0"/>
                <a:cs typeface="Times New Roman" panose="02020603050405020304" pitchFamily="18" charset="0"/>
              </a:rPr>
              <a:t>Encourage users to consult healthcare professionals when needed.</a:t>
            </a:r>
          </a:p>
          <a:p>
            <a:pPr algn="just">
              <a:lnSpc>
                <a:spcPct val="100000"/>
              </a:lnSpc>
            </a:pPr>
            <a:r>
              <a:rPr lang="en-US" sz="2000" dirty="0">
                <a:latin typeface="Times New Roman" panose="02020603050405020304" pitchFamily="18" charset="0"/>
                <a:cs typeface="Times New Roman" panose="02020603050405020304" pitchFamily="18" charset="0"/>
              </a:rPr>
              <a:t>Protect stored health information through appropriate privacy and security measures.</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Input: </a:t>
            </a:r>
            <a:r>
              <a:rPr lang="en-US" sz="2000" dirty="0">
                <a:latin typeface="Times New Roman" panose="02020603050405020304" pitchFamily="18" charset="0"/>
                <a:cs typeface="Times New Roman" panose="02020603050405020304" pitchFamily="18" charset="0"/>
              </a:rPr>
              <a:t>Patient measurements, prediction results, and historical records.</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Output: </a:t>
            </a:r>
            <a:r>
              <a:rPr lang="en-US" sz="2000" dirty="0">
                <a:latin typeface="Times New Roman" panose="02020603050405020304" pitchFamily="18" charset="0"/>
                <a:cs typeface="Times New Roman" panose="02020603050405020304" pitchFamily="18" charset="0"/>
              </a:rPr>
              <a:t>Health history, trend information, and personalized monitoring insights.</a:t>
            </a:r>
          </a:p>
        </p:txBody>
      </p:sp>
      <p:sp>
        <p:nvSpPr>
          <p:cNvPr id="4" name="TextBox 3">
            <a:extLst>
              <a:ext uri="{FF2B5EF4-FFF2-40B4-BE49-F238E27FC236}">
                <a16:creationId xmlns:a16="http://schemas.microsoft.com/office/drawing/2014/main" id="{15388978-A139-8DE2-4E5B-087FF99E40D3}"/>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530EC3D2-9D74-84A4-8F31-AD755FD60AA6}"/>
              </a:ext>
            </a:extLst>
          </p:cNvPr>
          <p:cNvSpPr>
            <a:spLocks noGrp="1"/>
          </p:cNvSpPr>
          <p:nvPr>
            <p:ph type="sldNum" sz="quarter" idx="12"/>
          </p:nvPr>
        </p:nvSpPr>
        <p:spPr/>
        <p:txBody>
          <a:bodyPr/>
          <a:lstStyle/>
          <a:p>
            <a:fld id="{3F89A050-2CE8-43E2-A037-2F45FBB835B5}" type="slidenum">
              <a:rPr lang="en-IN" smtClean="0"/>
              <a:t>13</a:t>
            </a:fld>
            <a:endParaRPr lang="en-IN"/>
          </a:p>
        </p:txBody>
      </p:sp>
    </p:spTree>
    <p:extLst>
      <p:ext uri="{BB962C8B-B14F-4D97-AF65-F5344CB8AC3E}">
        <p14:creationId xmlns:p14="http://schemas.microsoft.com/office/powerpoint/2010/main" val="2475254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DF01F-32C2-41E2-87DD-6B81C1013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A8E49-70AC-F84F-6698-5F1364B60C6E}"/>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MODULE – 6 INTERACTIVE DASHBOARD</a:t>
            </a:r>
          </a:p>
        </p:txBody>
      </p:sp>
      <p:sp>
        <p:nvSpPr>
          <p:cNvPr id="3" name="Content Placeholder 2">
            <a:extLst>
              <a:ext uri="{FF2B5EF4-FFF2-40B4-BE49-F238E27FC236}">
                <a16:creationId xmlns:a16="http://schemas.microsoft.com/office/drawing/2014/main" id="{EBAE991E-FCFD-F775-37F1-7FFD4B6BDE83}"/>
              </a:ext>
            </a:extLst>
          </p:cNvPr>
          <p:cNvSpPr>
            <a:spLocks noGrp="1"/>
          </p:cNvSpPr>
          <p:nvPr>
            <p:ph idx="1"/>
          </p:nvPr>
        </p:nvSpPr>
        <p:spPr>
          <a:xfrm>
            <a:off x="838200" y="1270002"/>
            <a:ext cx="10515600" cy="5067831"/>
          </a:xfrm>
        </p:spPr>
        <p:txBody>
          <a:bodyPr anchor="ctr">
            <a:noAutofit/>
          </a:bodyPr>
          <a:lstStyle/>
          <a:p>
            <a:pPr marL="0" indent="0">
              <a:buNone/>
            </a:pPr>
            <a:r>
              <a:rPr lang="en-IN" sz="2000" b="1" dirty="0">
                <a:latin typeface="Times New Roman" panose="02020603050405020304" pitchFamily="18" charset="0"/>
                <a:cs typeface="Times New Roman" panose="02020603050405020304" pitchFamily="18" charset="0"/>
              </a:rPr>
              <a:t>Objective: </a:t>
            </a:r>
            <a:r>
              <a:rPr lang="en-IN" sz="2000" dirty="0">
                <a:latin typeface="Times New Roman" panose="02020603050405020304" pitchFamily="18" charset="0"/>
                <a:cs typeface="Times New Roman" panose="02020603050405020304" pitchFamily="18" charset="0"/>
              </a:rPr>
              <a:t>Present predictions, explanations, and health information through a user-friendly interface.</a:t>
            </a:r>
          </a:p>
          <a:p>
            <a:pPr marL="0" indent="0">
              <a:buNone/>
            </a:pPr>
            <a:r>
              <a:rPr lang="en-IN" sz="2000" b="1" dirty="0">
                <a:latin typeface="Times New Roman" panose="02020603050405020304" pitchFamily="18" charset="0"/>
                <a:cs typeface="Times New Roman" panose="02020603050405020304" pitchFamily="18" charset="0"/>
              </a:rPr>
              <a:t>Module Description:</a:t>
            </a:r>
          </a:p>
          <a:p>
            <a:pPr lvl="0"/>
            <a:r>
              <a:rPr lang="en-IN" sz="2000" dirty="0">
                <a:latin typeface="Times New Roman" panose="02020603050405020304" pitchFamily="18" charset="0"/>
                <a:cs typeface="Times New Roman" panose="02020603050405020304" pitchFamily="18" charset="0"/>
              </a:rPr>
              <a:t>Provide an interactive interface for entering patient health parameters.</a:t>
            </a:r>
          </a:p>
          <a:p>
            <a:pPr lvl="0"/>
            <a:r>
              <a:rPr lang="en-IN" sz="2000" dirty="0">
                <a:latin typeface="Times New Roman" panose="02020603050405020304" pitchFamily="18" charset="0"/>
                <a:cs typeface="Times New Roman" panose="02020603050405020304" pitchFamily="18" charset="0"/>
              </a:rPr>
              <a:t>Display diabetes risk predictions clearly.</a:t>
            </a:r>
          </a:p>
          <a:p>
            <a:pPr lvl="0"/>
            <a:r>
              <a:rPr lang="en-IN" sz="2000" dirty="0">
                <a:latin typeface="Times New Roman" panose="02020603050405020304" pitchFamily="18" charset="0"/>
                <a:cs typeface="Times New Roman" panose="02020603050405020304" pitchFamily="18" charset="0"/>
              </a:rPr>
              <a:t>Visualize model explanations and important health features.</a:t>
            </a:r>
          </a:p>
          <a:p>
            <a:pPr lvl="0"/>
            <a:r>
              <a:rPr lang="en-IN" sz="2000" dirty="0">
                <a:latin typeface="Times New Roman" panose="02020603050405020304" pitchFamily="18" charset="0"/>
                <a:cs typeface="Times New Roman" panose="02020603050405020304" pitchFamily="18" charset="0"/>
              </a:rPr>
              <a:t>Show model evaluation metrics and relevant charts.</a:t>
            </a:r>
          </a:p>
          <a:p>
            <a:pPr lvl="0"/>
            <a:r>
              <a:rPr lang="en-IN" sz="2000" dirty="0">
                <a:latin typeface="Times New Roman" panose="02020603050405020304" pitchFamily="18" charset="0"/>
                <a:cs typeface="Times New Roman" panose="02020603050405020304" pitchFamily="18" charset="0"/>
              </a:rPr>
              <a:t>Present historical health trends when records are available.</a:t>
            </a:r>
          </a:p>
          <a:p>
            <a:pPr lvl="0"/>
            <a:r>
              <a:rPr lang="en-IN" sz="2000" dirty="0">
                <a:latin typeface="Times New Roman" panose="02020603050405020304" pitchFamily="18" charset="0"/>
                <a:cs typeface="Times New Roman" panose="02020603050405020304" pitchFamily="18" charset="0"/>
              </a:rPr>
              <a:t>Enable users to navigate between prediction, explanation, and monitoring sections.</a:t>
            </a:r>
          </a:p>
          <a:p>
            <a:pPr marL="0" indent="0">
              <a:buNone/>
            </a:pPr>
            <a:r>
              <a:rPr lang="en-IN" sz="2000" b="1" dirty="0">
                <a:latin typeface="Times New Roman" panose="02020603050405020304" pitchFamily="18" charset="0"/>
                <a:cs typeface="Times New Roman" panose="02020603050405020304" pitchFamily="18" charset="0"/>
              </a:rPr>
              <a:t>Input: </a:t>
            </a:r>
            <a:r>
              <a:rPr lang="en-IN" sz="2000" dirty="0">
                <a:latin typeface="Times New Roman" panose="02020603050405020304" pitchFamily="18" charset="0"/>
                <a:cs typeface="Times New Roman" panose="02020603050405020304" pitchFamily="18" charset="0"/>
              </a:rPr>
              <a:t>Prediction results, SHAP explanations, evaluation metrics, and stored health records.</a:t>
            </a:r>
          </a:p>
          <a:p>
            <a:pPr marL="0" indent="0">
              <a:buNone/>
            </a:pPr>
            <a:r>
              <a:rPr lang="en-IN" sz="2000" b="1" dirty="0">
                <a:latin typeface="Times New Roman" panose="02020603050405020304" pitchFamily="18" charset="0"/>
                <a:cs typeface="Times New Roman" panose="02020603050405020304" pitchFamily="18" charset="0"/>
              </a:rPr>
              <a:t>Output: </a:t>
            </a:r>
            <a:r>
              <a:rPr lang="en-IN" sz="2000" dirty="0">
                <a:latin typeface="Times New Roman" panose="02020603050405020304" pitchFamily="18" charset="0"/>
                <a:cs typeface="Times New Roman" panose="02020603050405020304" pitchFamily="18" charset="0"/>
              </a:rPr>
              <a:t>Interactive dashboard with prediction results, explanations, and health visualizations.</a:t>
            </a:r>
          </a:p>
        </p:txBody>
      </p:sp>
      <p:sp>
        <p:nvSpPr>
          <p:cNvPr id="4" name="TextBox 3">
            <a:extLst>
              <a:ext uri="{FF2B5EF4-FFF2-40B4-BE49-F238E27FC236}">
                <a16:creationId xmlns:a16="http://schemas.microsoft.com/office/drawing/2014/main" id="{46C878DE-93F5-E768-BC09-759607401836}"/>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ACAE38B4-8FE6-3C6E-420B-C2E8F5998694}"/>
              </a:ext>
            </a:extLst>
          </p:cNvPr>
          <p:cNvSpPr>
            <a:spLocks noGrp="1"/>
          </p:cNvSpPr>
          <p:nvPr>
            <p:ph type="sldNum" sz="quarter" idx="12"/>
          </p:nvPr>
        </p:nvSpPr>
        <p:spPr/>
        <p:txBody>
          <a:bodyPr/>
          <a:lstStyle/>
          <a:p>
            <a:fld id="{3F89A050-2CE8-43E2-A037-2F45FBB835B5}" type="slidenum">
              <a:rPr lang="en-IN" smtClean="0"/>
              <a:t>14</a:t>
            </a:fld>
            <a:endParaRPr lang="en-IN"/>
          </a:p>
        </p:txBody>
      </p:sp>
    </p:spTree>
    <p:extLst>
      <p:ext uri="{BB962C8B-B14F-4D97-AF65-F5344CB8AC3E}">
        <p14:creationId xmlns:p14="http://schemas.microsoft.com/office/powerpoint/2010/main" val="1964797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37D55-A8F3-3557-9EFF-003881529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AC808-9BA5-E8E3-849D-59C7D5D7E9A9}"/>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SYSTEM REQUIREMENTS</a:t>
            </a:r>
          </a:p>
        </p:txBody>
      </p:sp>
      <p:sp>
        <p:nvSpPr>
          <p:cNvPr id="3" name="Content Placeholder 2">
            <a:extLst>
              <a:ext uri="{FF2B5EF4-FFF2-40B4-BE49-F238E27FC236}">
                <a16:creationId xmlns:a16="http://schemas.microsoft.com/office/drawing/2014/main" id="{9E225B32-AFC7-7BD8-6128-969A0B729E12}"/>
              </a:ext>
            </a:extLst>
          </p:cNvPr>
          <p:cNvSpPr>
            <a:spLocks noGrp="1"/>
          </p:cNvSpPr>
          <p:nvPr>
            <p:ph idx="1"/>
          </p:nvPr>
        </p:nvSpPr>
        <p:spPr>
          <a:xfrm>
            <a:off x="838200" y="1270002"/>
            <a:ext cx="10515600" cy="5067831"/>
          </a:xfrm>
        </p:spPr>
        <p:txBody>
          <a:bodyPr anchor="ctr">
            <a:noAutofit/>
          </a:bodyPr>
          <a:lstStyle/>
          <a:p>
            <a:pPr marL="0" indent="0" algn="ctr">
              <a:buNone/>
            </a:pPr>
            <a:endParaRPr lang="en-IN" sz="2000" b="1" dirty="0">
              <a:latin typeface="Times New Roman" panose="02020603050405020304" pitchFamily="18" charset="0"/>
              <a:cs typeface="Times New Roman" panose="02020603050405020304" pitchFamily="18" charset="0"/>
            </a:endParaRPr>
          </a:p>
          <a:p>
            <a:pPr marL="0" indent="0" algn="ctr">
              <a:buNone/>
            </a:pPr>
            <a:endParaRPr lang="en-IN" sz="2000" b="1" dirty="0">
              <a:latin typeface="Times New Roman" panose="02020603050405020304" pitchFamily="18" charset="0"/>
              <a:cs typeface="Times New Roman" panose="02020603050405020304" pitchFamily="18" charset="0"/>
            </a:endParaRPr>
          </a:p>
          <a:p>
            <a:pPr marL="0" indent="0" algn="ctr">
              <a:buNone/>
            </a:pPr>
            <a:endParaRPr lang="en-IN" sz="2000" b="1" dirty="0">
              <a:latin typeface="Times New Roman" panose="02020603050405020304" pitchFamily="18" charset="0"/>
              <a:cs typeface="Times New Roman" panose="02020603050405020304" pitchFamily="18" charset="0"/>
            </a:endParaRPr>
          </a:p>
          <a:p>
            <a:pPr marL="0" indent="0" algn="ctr">
              <a:buNone/>
            </a:pPr>
            <a:endParaRPr lang="en-IN" sz="2000" b="1" dirty="0">
              <a:latin typeface="Times New Roman" panose="02020603050405020304" pitchFamily="18" charset="0"/>
              <a:cs typeface="Times New Roman" panose="02020603050405020304" pitchFamily="18" charset="0"/>
            </a:endParaRPr>
          </a:p>
          <a:p>
            <a:pPr marL="0" indent="0" algn="ctr">
              <a:buNone/>
            </a:pPr>
            <a:endParaRPr lang="en-IN" sz="2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97C36C8-D9C9-BD8B-B0AB-6CEB135B36AA}"/>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04DB3CDF-473F-575C-A531-7F265825D2C2}"/>
              </a:ext>
            </a:extLst>
          </p:cNvPr>
          <p:cNvSpPr>
            <a:spLocks noGrp="1"/>
          </p:cNvSpPr>
          <p:nvPr>
            <p:ph type="sldNum" sz="quarter" idx="12"/>
          </p:nvPr>
        </p:nvSpPr>
        <p:spPr/>
        <p:txBody>
          <a:bodyPr/>
          <a:lstStyle/>
          <a:p>
            <a:fld id="{3F89A050-2CE8-43E2-A037-2F45FBB835B5}" type="slidenum">
              <a:rPr lang="en-IN" smtClean="0"/>
              <a:t>15</a:t>
            </a:fld>
            <a:endParaRPr lang="en-IN"/>
          </a:p>
        </p:txBody>
      </p:sp>
      <p:pic>
        <p:nvPicPr>
          <p:cNvPr id="14" name="Picture 13">
            <a:extLst>
              <a:ext uri="{FF2B5EF4-FFF2-40B4-BE49-F238E27FC236}">
                <a16:creationId xmlns:a16="http://schemas.microsoft.com/office/drawing/2014/main" id="{59CE39C3-DE8C-6463-1985-DDAF892FCF6E}"/>
              </a:ext>
            </a:extLst>
          </p:cNvPr>
          <p:cNvPicPr>
            <a:picLocks noChangeAspect="1"/>
          </p:cNvPicPr>
          <p:nvPr/>
        </p:nvPicPr>
        <p:blipFill>
          <a:blip r:embed="rId2"/>
          <a:stretch>
            <a:fillRect/>
          </a:stretch>
        </p:blipFill>
        <p:spPr>
          <a:xfrm>
            <a:off x="2979489" y="1333650"/>
            <a:ext cx="6233020" cy="1811516"/>
          </a:xfrm>
          <a:prstGeom prst="rect">
            <a:avLst/>
          </a:prstGeom>
        </p:spPr>
      </p:pic>
      <p:pic>
        <p:nvPicPr>
          <p:cNvPr id="17" name="Picture 16">
            <a:extLst>
              <a:ext uri="{FF2B5EF4-FFF2-40B4-BE49-F238E27FC236}">
                <a16:creationId xmlns:a16="http://schemas.microsoft.com/office/drawing/2014/main" id="{9F974A35-6B7F-3A3E-F0EE-0632722D1D72}"/>
              </a:ext>
            </a:extLst>
          </p:cNvPr>
          <p:cNvPicPr>
            <a:picLocks noChangeAspect="1"/>
          </p:cNvPicPr>
          <p:nvPr/>
        </p:nvPicPr>
        <p:blipFill>
          <a:blip r:embed="rId3"/>
          <a:stretch>
            <a:fillRect/>
          </a:stretch>
        </p:blipFill>
        <p:spPr>
          <a:xfrm>
            <a:off x="1079770" y="3588122"/>
            <a:ext cx="10032459" cy="2603844"/>
          </a:xfrm>
          <a:prstGeom prst="rect">
            <a:avLst/>
          </a:prstGeom>
        </p:spPr>
      </p:pic>
    </p:spTree>
    <p:extLst>
      <p:ext uri="{BB962C8B-B14F-4D97-AF65-F5344CB8AC3E}">
        <p14:creationId xmlns:p14="http://schemas.microsoft.com/office/powerpoint/2010/main" val="3346500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E5408-BB5B-E51F-E5F8-2C9A6179B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74E4-36C7-F4BB-7A44-4A62FCB78D65}"/>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49D9662-AB44-517B-79E7-8824E14E00A4}"/>
              </a:ext>
            </a:extLst>
          </p:cNvPr>
          <p:cNvSpPr>
            <a:spLocks noGrp="1"/>
          </p:cNvSpPr>
          <p:nvPr>
            <p:ph idx="1"/>
          </p:nvPr>
        </p:nvSpPr>
        <p:spPr>
          <a:xfrm>
            <a:off x="838200" y="1270002"/>
            <a:ext cx="10515600" cy="5067831"/>
          </a:xfrm>
        </p:spPr>
        <p:txBody>
          <a:bodyPr anchor="t">
            <a:noAutofit/>
          </a:bodyPr>
          <a:lstStyle/>
          <a:p>
            <a:pPr lvl="0" algn="just">
              <a:lnSpc>
                <a:spcPct val="150000"/>
              </a:lnSpc>
            </a:pPr>
            <a:r>
              <a:rPr lang="en-US" sz="2000" dirty="0">
                <a:latin typeface="Times New Roman" panose="02020603050405020304" pitchFamily="18" charset="0"/>
                <a:cs typeface="Times New Roman" panose="02020603050405020304" pitchFamily="18" charset="0"/>
              </a:rPr>
              <a:t>The project “</a:t>
            </a:r>
            <a:r>
              <a:rPr lang="en-US" sz="2000" b="1" dirty="0">
                <a:latin typeface="Times New Roman" panose="02020603050405020304" pitchFamily="18" charset="0"/>
                <a:cs typeface="Times New Roman" panose="02020603050405020304" pitchFamily="18" charset="0"/>
              </a:rPr>
              <a:t>An Explainable Machine Learning Framework for Diabetes Risk Prediction and Personalized Health Monitoring</a:t>
            </a:r>
            <a:r>
              <a:rPr lang="en-US" sz="2000" dirty="0">
                <a:latin typeface="Times New Roman" panose="02020603050405020304" pitchFamily="18" charset="0"/>
                <a:cs typeface="Times New Roman" panose="02020603050405020304" pitchFamily="18" charset="0"/>
              </a:rPr>
              <a:t>” aims to develop an intelligent system for predicting diabetes risk using machine learning techniques. The framework analyzes important health parameters such as glucose level, body mass index (BMI), blood pressure, insulin level, age, and other relevant attributes to estimate an individual's diabetes risk.</a:t>
            </a:r>
          </a:p>
          <a:p>
            <a:pPr lvl="0" algn="just">
              <a:lnSpc>
                <a:spcPct val="150000"/>
              </a:lnSpc>
            </a:pPr>
            <a:r>
              <a:rPr lang="en-US" sz="2000" dirty="0">
                <a:latin typeface="Times New Roman" panose="02020603050405020304" pitchFamily="18" charset="0"/>
                <a:cs typeface="Times New Roman" panose="02020603050405020304" pitchFamily="18" charset="0"/>
              </a:rPr>
              <a:t>The system uses machine learning algorithms such as Logistic Regression, Decision Tree, and Random Forest to classify diabetes risk. Model performance can be evaluated using accuracy, precision, recall, F1-score, and a confusion matrix to identify a suitable prediction model. Explainable AI techniques such as SHAP and LIME can help users understand how individual health parameters influence the prediction, improving the transparency and interpretability of the system.</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3A842A0-66E5-BE4B-7890-3A710F6318D3}"/>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7C698E49-15C8-60DF-95BE-610F199A01B2}"/>
              </a:ext>
            </a:extLst>
          </p:cNvPr>
          <p:cNvSpPr>
            <a:spLocks noGrp="1"/>
          </p:cNvSpPr>
          <p:nvPr>
            <p:ph type="sldNum" sz="quarter" idx="12"/>
          </p:nvPr>
        </p:nvSpPr>
        <p:spPr/>
        <p:txBody>
          <a:bodyPr/>
          <a:lstStyle/>
          <a:p>
            <a:fld id="{3F89A050-2CE8-43E2-A037-2F45FBB835B5}" type="slidenum">
              <a:rPr lang="en-IN" smtClean="0"/>
              <a:t>16</a:t>
            </a:fld>
            <a:endParaRPr lang="en-IN"/>
          </a:p>
        </p:txBody>
      </p:sp>
    </p:spTree>
    <p:extLst>
      <p:ext uri="{BB962C8B-B14F-4D97-AF65-F5344CB8AC3E}">
        <p14:creationId xmlns:p14="http://schemas.microsoft.com/office/powerpoint/2010/main" val="205902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F22B8-953B-634E-99B3-735ABFDFA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3BF2B8-9063-FD67-3618-A53E5E564365}"/>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B1D4A4EA-3015-5809-A1FA-AD0E109F7C8E}"/>
              </a:ext>
            </a:extLst>
          </p:cNvPr>
          <p:cNvSpPr>
            <a:spLocks noGrp="1"/>
          </p:cNvSpPr>
          <p:nvPr>
            <p:ph idx="1"/>
          </p:nvPr>
        </p:nvSpPr>
        <p:spPr>
          <a:xfrm>
            <a:off x="838200" y="1270002"/>
            <a:ext cx="10515600" cy="5067831"/>
          </a:xfrm>
        </p:spPr>
        <p:txBody>
          <a:bodyPr anchor="ctr">
            <a:noAutofit/>
          </a:bodyPr>
          <a:lstStyle/>
          <a:p>
            <a:pPr lvl="0" algn="just">
              <a:lnSpc>
                <a:spcPct val="150000"/>
              </a:lnSpc>
            </a:pPr>
            <a:r>
              <a:rPr lang="en-IN" sz="2000" b="1" dirty="0">
                <a:latin typeface="Times New Roman" panose="02020603050405020304" pitchFamily="18" charset="0"/>
                <a:cs typeface="Times New Roman" panose="02020603050405020304" pitchFamily="18" charset="0"/>
              </a:rPr>
              <a:t>Real-Time Monitoring: </a:t>
            </a:r>
            <a:r>
              <a:rPr lang="en-IN" sz="2000" dirty="0">
                <a:latin typeface="Times New Roman" panose="02020603050405020304" pitchFamily="18" charset="0"/>
                <a:cs typeface="Times New Roman" panose="02020603050405020304" pitchFamily="18" charset="0"/>
              </a:rPr>
              <a:t>Integrate IoT devices and wearable health trackers.</a:t>
            </a:r>
          </a:p>
          <a:p>
            <a:pPr lvl="0" algn="just">
              <a:lnSpc>
                <a:spcPct val="150000"/>
              </a:lnSpc>
            </a:pPr>
            <a:r>
              <a:rPr lang="en-IN" sz="2000" b="1" dirty="0">
                <a:latin typeface="Times New Roman" panose="02020603050405020304" pitchFamily="18" charset="0"/>
                <a:cs typeface="Times New Roman" panose="02020603050405020304" pitchFamily="18" charset="0"/>
              </a:rPr>
              <a:t>Advanced Algorithms: </a:t>
            </a:r>
            <a:r>
              <a:rPr lang="en-IN" sz="2000" dirty="0">
                <a:latin typeface="Times New Roman" panose="02020603050405020304" pitchFamily="18" charset="0"/>
                <a:cs typeface="Times New Roman" panose="02020603050405020304" pitchFamily="18" charset="0"/>
              </a:rPr>
              <a:t>Explore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LightGBM</a:t>
            </a:r>
            <a:r>
              <a:rPr lang="en-IN" sz="2000" dirty="0">
                <a:latin typeface="Times New Roman" panose="02020603050405020304" pitchFamily="18" charset="0"/>
                <a:cs typeface="Times New Roman" panose="02020603050405020304" pitchFamily="18" charset="0"/>
              </a:rPr>
              <a:t>, and ensemble learning.</a:t>
            </a:r>
          </a:p>
          <a:p>
            <a:pPr lvl="0" algn="just">
              <a:lnSpc>
                <a:spcPct val="150000"/>
              </a:lnSpc>
            </a:pPr>
            <a:r>
              <a:rPr lang="en-IN" sz="2000" b="1" dirty="0">
                <a:latin typeface="Times New Roman" panose="02020603050405020304" pitchFamily="18" charset="0"/>
                <a:cs typeface="Times New Roman" panose="02020603050405020304" pitchFamily="18" charset="0"/>
              </a:rPr>
              <a:t>Personalized Recommendations: </a:t>
            </a:r>
            <a:r>
              <a:rPr lang="en-IN" sz="2000" dirty="0">
                <a:latin typeface="Times New Roman" panose="02020603050405020304" pitchFamily="18" charset="0"/>
                <a:cs typeface="Times New Roman" panose="02020603050405020304" pitchFamily="18" charset="0"/>
              </a:rPr>
              <a:t>Provide tailored lifestyle and health-monitoring suggestions.</a:t>
            </a:r>
          </a:p>
          <a:p>
            <a:pPr lvl="0" algn="just">
              <a:lnSpc>
                <a:spcPct val="150000"/>
              </a:lnSpc>
            </a:pPr>
            <a:r>
              <a:rPr lang="en-IN" sz="2000" b="1" dirty="0">
                <a:latin typeface="Times New Roman" panose="02020603050405020304" pitchFamily="18" charset="0"/>
                <a:cs typeface="Times New Roman" panose="02020603050405020304" pitchFamily="18" charset="0"/>
              </a:rPr>
              <a:t>Mobile Application:</a:t>
            </a:r>
            <a:r>
              <a:rPr lang="en-IN" sz="2000" dirty="0">
                <a:latin typeface="Times New Roman" panose="02020603050405020304" pitchFamily="18" charset="0"/>
                <a:cs typeface="Times New Roman" panose="02020603050405020304" pitchFamily="18" charset="0"/>
              </a:rPr>
              <a:t> Develop an Android or iOS application for easy access.</a:t>
            </a:r>
          </a:p>
          <a:p>
            <a:pPr lvl="0" algn="just">
              <a:lnSpc>
                <a:spcPct val="150000"/>
              </a:lnSpc>
            </a:pPr>
            <a:r>
              <a:rPr lang="en-IN" sz="2000" b="1" dirty="0">
                <a:latin typeface="Times New Roman" panose="02020603050405020304" pitchFamily="18" charset="0"/>
                <a:cs typeface="Times New Roman" panose="02020603050405020304" pitchFamily="18" charset="0"/>
              </a:rPr>
              <a:t>Long-Term Tracking: </a:t>
            </a:r>
            <a:r>
              <a:rPr lang="en-IN" sz="2000" dirty="0">
                <a:latin typeface="Times New Roman" panose="02020603050405020304" pitchFamily="18" charset="0"/>
                <a:cs typeface="Times New Roman" panose="02020603050405020304" pitchFamily="18" charset="0"/>
              </a:rPr>
              <a:t>Monitor health trends using historical data.</a:t>
            </a:r>
          </a:p>
          <a:p>
            <a:pPr lvl="0" algn="just">
              <a:lnSpc>
                <a:spcPct val="150000"/>
              </a:lnSpc>
            </a:pPr>
            <a:r>
              <a:rPr lang="en-IN" sz="2000" b="1" dirty="0">
                <a:latin typeface="Times New Roman" panose="02020603050405020304" pitchFamily="18" charset="0"/>
                <a:cs typeface="Times New Roman" panose="02020603050405020304" pitchFamily="18" charset="0"/>
              </a:rPr>
              <a:t>Clinical Validation: </a:t>
            </a:r>
            <a:r>
              <a:rPr lang="en-IN" sz="2000" dirty="0">
                <a:latin typeface="Times New Roman" panose="02020603050405020304" pitchFamily="18" charset="0"/>
                <a:cs typeface="Times New Roman" panose="02020603050405020304" pitchFamily="18" charset="0"/>
              </a:rPr>
              <a:t>Test the framework on larger, diverse, clinically validated datasets.</a:t>
            </a:r>
          </a:p>
          <a:p>
            <a:pPr lvl="0" algn="just">
              <a:lnSpc>
                <a:spcPct val="150000"/>
              </a:lnSpc>
            </a:pPr>
            <a:r>
              <a:rPr lang="en-IN" sz="2000" b="1" dirty="0">
                <a:latin typeface="Times New Roman" panose="02020603050405020304" pitchFamily="18" charset="0"/>
                <a:cs typeface="Times New Roman" panose="02020603050405020304" pitchFamily="18" charset="0"/>
              </a:rPr>
              <a:t>Data Security: </a:t>
            </a:r>
            <a:r>
              <a:rPr lang="en-IN" sz="2000" dirty="0">
                <a:latin typeface="Times New Roman" panose="02020603050405020304" pitchFamily="18" charset="0"/>
                <a:cs typeface="Times New Roman" panose="02020603050405020304" pitchFamily="18" charset="0"/>
              </a:rPr>
              <a:t>Implement encryption and secure health-data management.</a:t>
            </a:r>
          </a:p>
          <a:p>
            <a:pPr lvl="0" algn="just">
              <a:lnSpc>
                <a:spcPct val="150000"/>
              </a:lnSpc>
            </a:pPr>
            <a:r>
              <a:rPr lang="en-IN" sz="2000" b="1" dirty="0">
                <a:latin typeface="Times New Roman" panose="02020603050405020304" pitchFamily="18" charset="0"/>
                <a:cs typeface="Times New Roman" panose="02020603050405020304" pitchFamily="18" charset="0"/>
              </a:rPr>
              <a:t>Multilingual Support: </a:t>
            </a:r>
            <a:r>
              <a:rPr lang="en-IN" sz="2000" dirty="0">
                <a:latin typeface="Times New Roman" panose="02020603050405020304" pitchFamily="18" charset="0"/>
                <a:cs typeface="Times New Roman" panose="02020603050405020304" pitchFamily="18" charset="0"/>
              </a:rPr>
              <a:t>Provide Tamil and other regional language options.</a:t>
            </a:r>
          </a:p>
          <a:p>
            <a:pPr lvl="0"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418C643-3BCB-B375-7647-0007912C67CD}"/>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75D8F3F1-5E1E-692A-1C77-3C8C56A8A7A2}"/>
              </a:ext>
            </a:extLst>
          </p:cNvPr>
          <p:cNvSpPr>
            <a:spLocks noGrp="1"/>
          </p:cNvSpPr>
          <p:nvPr>
            <p:ph type="sldNum" sz="quarter" idx="12"/>
          </p:nvPr>
        </p:nvSpPr>
        <p:spPr/>
        <p:txBody>
          <a:bodyPr/>
          <a:lstStyle/>
          <a:p>
            <a:fld id="{3F89A050-2CE8-43E2-A037-2F45FBB835B5}" type="slidenum">
              <a:rPr lang="en-IN" smtClean="0"/>
              <a:t>17</a:t>
            </a:fld>
            <a:endParaRPr lang="en-IN"/>
          </a:p>
        </p:txBody>
      </p:sp>
    </p:spTree>
    <p:extLst>
      <p:ext uri="{BB962C8B-B14F-4D97-AF65-F5344CB8AC3E}">
        <p14:creationId xmlns:p14="http://schemas.microsoft.com/office/powerpoint/2010/main" val="141775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4B11D-0E01-0492-8285-90EB08A6B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6EB482-88A3-1431-A39B-8DC20BC6F907}"/>
              </a:ext>
            </a:extLst>
          </p:cNvPr>
          <p:cNvSpPr>
            <a:spLocks noGrp="1"/>
          </p:cNvSpPr>
          <p:nvPr>
            <p:ph type="title"/>
          </p:nvPr>
        </p:nvSpPr>
        <p:spPr>
          <a:xfrm>
            <a:off x="838200" y="178859"/>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BF7F89F2-DDB0-6627-4A09-B771EDE0727C}"/>
              </a:ext>
            </a:extLst>
          </p:cNvPr>
          <p:cNvSpPr>
            <a:spLocks noGrp="1"/>
          </p:cNvSpPr>
          <p:nvPr>
            <p:ph idx="1"/>
          </p:nvPr>
        </p:nvSpPr>
        <p:spPr>
          <a:xfrm>
            <a:off x="838200" y="1270002"/>
            <a:ext cx="10515600" cy="5067831"/>
          </a:xfrm>
        </p:spPr>
        <p:txBody>
          <a:bodyPr anchor="ctr">
            <a:noAutofit/>
          </a:bodyPr>
          <a:lstStyle/>
          <a:p>
            <a:pPr algn="just"/>
            <a:r>
              <a:rPr lang="en-IN" sz="1800" dirty="0">
                <a:latin typeface="Times New Roman" panose="02020603050405020304" pitchFamily="18" charset="0"/>
                <a:cs typeface="Times New Roman" panose="02020603050405020304" pitchFamily="18" charset="0"/>
              </a:rPr>
              <a:t>P. </a:t>
            </a:r>
            <a:r>
              <a:rPr lang="en-IN" sz="1800" dirty="0" err="1">
                <a:latin typeface="Times New Roman" panose="02020603050405020304" pitchFamily="18" charset="0"/>
                <a:cs typeface="Times New Roman" panose="02020603050405020304" pitchFamily="18" charset="0"/>
              </a:rPr>
              <a:t>Netayawijit</a:t>
            </a:r>
            <a:r>
              <a:rPr lang="en-IN" sz="1800" dirty="0">
                <a:latin typeface="Times New Roman" panose="02020603050405020304" pitchFamily="18" charset="0"/>
                <a:cs typeface="Times New Roman" panose="02020603050405020304" pitchFamily="18" charset="0"/>
              </a:rPr>
              <a:t>, W. </a:t>
            </a:r>
            <a:r>
              <a:rPr lang="en-IN" sz="1800" dirty="0" err="1">
                <a:latin typeface="Times New Roman" panose="02020603050405020304" pitchFamily="18" charset="0"/>
                <a:cs typeface="Times New Roman" panose="02020603050405020304" pitchFamily="18" charset="0"/>
              </a:rPr>
              <a:t>Chansanam</a:t>
            </a:r>
            <a:r>
              <a:rPr lang="en-IN" sz="1800" dirty="0">
                <a:latin typeface="Times New Roman" panose="02020603050405020304" pitchFamily="18" charset="0"/>
                <a:cs typeface="Times New Roman" panose="02020603050405020304" pitchFamily="18" charset="0"/>
              </a:rPr>
              <a:t>, and K. Sorn-In, “Interpretable Machine Learning Framework for Diabetes Prediction: Integrating SMOTE Balancing with SHAP Explainability for Clinical Decision Support,” </a:t>
            </a:r>
            <a:r>
              <a:rPr lang="en-IN" sz="1800" i="1" dirty="0">
                <a:latin typeface="Times New Roman" panose="02020603050405020304" pitchFamily="18" charset="0"/>
                <a:cs typeface="Times New Roman" panose="02020603050405020304" pitchFamily="18" charset="0"/>
              </a:rPr>
              <a:t>Healthcare</a:t>
            </a:r>
            <a:r>
              <a:rPr lang="en-IN" sz="1800" dirty="0">
                <a:latin typeface="Times New Roman" panose="02020603050405020304" pitchFamily="18" charset="0"/>
                <a:cs typeface="Times New Roman" panose="02020603050405020304" pitchFamily="18" charset="0"/>
              </a:rPr>
              <a:t>, vol. 13, no. 20, article 2588, 2025. </a:t>
            </a:r>
            <a:r>
              <a:rPr lang="en-IN" sz="1800" dirty="0">
                <a:latin typeface="Times New Roman" panose="02020603050405020304" pitchFamily="18" charset="0"/>
                <a:cs typeface="Times New Roman" panose="02020603050405020304" pitchFamily="18" charset="0"/>
                <a:hlinkClick r:id="rId2"/>
              </a:rPr>
              <a:t>https://doi.org/10.3390/healthcare13202588</a:t>
            </a:r>
            <a:endParaRPr lang="en-IN"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“A Comparative Study of Explainable Machine Learning Models with Shapley Values for Diabetes Prediction,” </a:t>
            </a:r>
            <a:r>
              <a:rPr lang="en-IN" sz="1800" i="1" dirty="0">
                <a:latin typeface="Times New Roman" panose="02020603050405020304" pitchFamily="18" charset="0"/>
                <a:cs typeface="Times New Roman" panose="02020603050405020304" pitchFamily="18" charset="0"/>
              </a:rPr>
              <a:t>Healthcare Analytics</a:t>
            </a:r>
            <a:r>
              <a:rPr lang="en-IN" sz="1800" dirty="0">
                <a:latin typeface="Times New Roman" panose="02020603050405020304" pitchFamily="18" charset="0"/>
                <a:cs typeface="Times New Roman" panose="02020603050405020304" pitchFamily="18" charset="0"/>
              </a:rPr>
              <a:t>, vol. 7, article 100390, 2025. </a:t>
            </a:r>
            <a:r>
              <a:rPr lang="en-IN" sz="1800" dirty="0">
                <a:latin typeface="Times New Roman" panose="02020603050405020304" pitchFamily="18" charset="0"/>
                <a:cs typeface="Times New Roman" panose="02020603050405020304" pitchFamily="18" charset="0"/>
                <a:hlinkClick r:id="rId3"/>
              </a:rPr>
              <a:t>https://doi.org/10.1016/j.health.2025.100390</a:t>
            </a:r>
            <a:endParaRPr lang="en-IN"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M. Sree Vani et al., “Personalized Health Monitoring Using Explainable AI: Bridging Trust in Predictive Healthcare,” </a:t>
            </a:r>
            <a:r>
              <a:rPr lang="en-IN" sz="1800" i="1" dirty="0">
                <a:latin typeface="Times New Roman" panose="02020603050405020304" pitchFamily="18" charset="0"/>
                <a:cs typeface="Times New Roman" panose="02020603050405020304" pitchFamily="18" charset="0"/>
              </a:rPr>
              <a:t>Scientific Reports</a:t>
            </a:r>
            <a:r>
              <a:rPr lang="en-IN" sz="1800" dirty="0">
                <a:latin typeface="Times New Roman" panose="02020603050405020304" pitchFamily="18" charset="0"/>
                <a:cs typeface="Times New Roman" panose="02020603050405020304" pitchFamily="18" charset="0"/>
              </a:rPr>
              <a:t>, vol. 15, article 31892, 2025. </a:t>
            </a:r>
            <a:r>
              <a:rPr lang="en-IN" sz="1800" dirty="0">
                <a:latin typeface="Times New Roman" panose="02020603050405020304" pitchFamily="18" charset="0"/>
                <a:cs typeface="Times New Roman" panose="02020603050405020304" pitchFamily="18" charset="0"/>
                <a:hlinkClick r:id="rId4"/>
              </a:rPr>
              <a:t>https://doi.org/10.1038/s41598-025-15867-z</a:t>
            </a:r>
            <a:endParaRPr lang="en-IN"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B. Barman, H. K. Choudhury, and B. </a:t>
            </a:r>
            <a:r>
              <a:rPr lang="en-IN" sz="1800" dirty="0" err="1">
                <a:latin typeface="Times New Roman" panose="02020603050405020304" pitchFamily="18" charset="0"/>
                <a:cs typeface="Times New Roman" panose="02020603050405020304" pitchFamily="18" charset="0"/>
              </a:rPr>
              <a:t>Jajodia</a:t>
            </a:r>
            <a:r>
              <a:rPr lang="en-IN" sz="1800" dirty="0">
                <a:latin typeface="Times New Roman" panose="02020603050405020304" pitchFamily="18" charset="0"/>
                <a:cs typeface="Times New Roman" panose="02020603050405020304" pitchFamily="18" charset="0"/>
              </a:rPr>
              <a:t>, “Interpretable Machine Learning for Diabetes Risk Prediction: A Large-Scale Analysis of Indian National Survey Data,” </a:t>
            </a:r>
            <a:r>
              <a:rPr lang="en-IN" sz="1800" i="1" dirty="0">
                <a:latin typeface="Times New Roman" panose="02020603050405020304" pitchFamily="18" charset="0"/>
                <a:cs typeface="Times New Roman" panose="02020603050405020304" pitchFamily="18" charset="0"/>
              </a:rPr>
              <a:t>Discover Public Health</a:t>
            </a:r>
            <a:r>
              <a:rPr lang="en-IN" sz="1800" dirty="0">
                <a:latin typeface="Times New Roman" panose="02020603050405020304" pitchFamily="18" charset="0"/>
                <a:cs typeface="Times New Roman" panose="02020603050405020304" pitchFamily="18" charset="0"/>
              </a:rPr>
              <a:t>, vol. 22, article 832, 2025. </a:t>
            </a:r>
            <a:r>
              <a:rPr lang="en-IN" sz="1800" dirty="0">
                <a:latin typeface="Times New Roman" panose="02020603050405020304" pitchFamily="18" charset="0"/>
                <a:cs typeface="Times New Roman" panose="02020603050405020304" pitchFamily="18" charset="0"/>
                <a:hlinkClick r:id="rId5"/>
              </a:rPr>
              <a:t>https://doi.org/10.1186/s12982-025-01236-8</a:t>
            </a:r>
            <a:endParaRPr lang="en-IN"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“Explainable Machine Learning for Diabetes Classification and Web-Based Implementation,” </a:t>
            </a:r>
            <a:r>
              <a:rPr lang="en-IN" sz="1800" i="1" dirty="0">
                <a:latin typeface="Times New Roman" panose="02020603050405020304" pitchFamily="18" charset="0"/>
                <a:cs typeface="Times New Roman" panose="02020603050405020304" pitchFamily="18" charset="0"/>
              </a:rPr>
              <a:t>Intelligence-Based Medicine</a:t>
            </a:r>
            <a:r>
              <a:rPr lang="en-IN" sz="1800" dirty="0">
                <a:latin typeface="Times New Roman" panose="02020603050405020304" pitchFamily="18" charset="0"/>
                <a:cs typeface="Times New Roman" panose="02020603050405020304" pitchFamily="18" charset="0"/>
              </a:rPr>
              <a:t>, 2026. </a:t>
            </a:r>
            <a:r>
              <a:rPr lang="en-IN" sz="1800" dirty="0">
                <a:latin typeface="Times New Roman" panose="02020603050405020304" pitchFamily="18" charset="0"/>
                <a:cs typeface="Times New Roman" panose="02020603050405020304" pitchFamily="18" charset="0"/>
                <a:hlinkClick r:id="rId6"/>
              </a:rPr>
              <a:t>https://doi.org/10.1016/j.ibmed.2026.100400</a:t>
            </a:r>
            <a:endParaRPr lang="en-IN"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R. </a:t>
            </a:r>
            <a:r>
              <a:rPr lang="en-IN" sz="1800" dirty="0" err="1">
                <a:latin typeface="Times New Roman" panose="02020603050405020304" pitchFamily="18" charset="0"/>
                <a:cs typeface="Times New Roman" panose="02020603050405020304" pitchFamily="18" charset="0"/>
              </a:rPr>
              <a:t>Reátegui</a:t>
            </a:r>
            <a:r>
              <a:rPr lang="en-IN" sz="1800" dirty="0">
                <a:latin typeface="Times New Roman" panose="02020603050405020304" pitchFamily="18" charset="0"/>
                <a:cs typeface="Times New Roman" panose="02020603050405020304" pitchFamily="18" charset="0"/>
              </a:rPr>
              <a:t>, L. Ramírez-Cerna, and E. Bautista-Valarezo, “Interpretable Diabetes Risk Prediction: A Comparative Study of Tree-Based Algorithms Using SHAP and LIME,” </a:t>
            </a:r>
            <a:r>
              <a:rPr lang="en-IN" sz="1800" i="1" dirty="0">
                <a:latin typeface="Times New Roman" panose="02020603050405020304" pitchFamily="18" charset="0"/>
                <a:cs typeface="Times New Roman" panose="02020603050405020304" pitchFamily="18" charset="0"/>
              </a:rPr>
              <a:t>Scientific Reports</a:t>
            </a:r>
            <a:r>
              <a:rPr lang="en-IN" sz="1800" dirty="0">
                <a:latin typeface="Times New Roman" panose="02020603050405020304" pitchFamily="18" charset="0"/>
                <a:cs typeface="Times New Roman" panose="02020603050405020304" pitchFamily="18" charset="0"/>
              </a:rPr>
              <a:t>, 2026. </a:t>
            </a:r>
            <a:r>
              <a:rPr lang="en-IN" sz="1800" dirty="0">
                <a:latin typeface="Times New Roman" panose="02020603050405020304" pitchFamily="18" charset="0"/>
                <a:cs typeface="Times New Roman" panose="02020603050405020304" pitchFamily="18" charset="0"/>
                <a:hlinkClick r:id="rId7"/>
              </a:rPr>
              <a:t>https://www.nature.com/articles/s41598-026-62441-2</a:t>
            </a:r>
            <a:endParaRPr lang="en-IN"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“Explainable Reinforcement Learning for Glucose Monitoring Based on Shapley Value Analysis,” </a:t>
            </a:r>
            <a:r>
              <a:rPr lang="en-IN" sz="1800" i="1" dirty="0">
                <a:latin typeface="Times New Roman" panose="02020603050405020304" pitchFamily="18" charset="0"/>
                <a:cs typeface="Times New Roman" panose="02020603050405020304" pitchFamily="18" charset="0"/>
              </a:rPr>
              <a:t>Computer Methods and Programs in Biomedicine</a:t>
            </a:r>
            <a:r>
              <a:rPr lang="en-IN" sz="1800" dirty="0">
                <a:latin typeface="Times New Roman" panose="02020603050405020304" pitchFamily="18" charset="0"/>
                <a:cs typeface="Times New Roman" panose="02020603050405020304" pitchFamily="18" charset="0"/>
              </a:rPr>
              <a:t>, vol. 278, article 109266, 2026. </a:t>
            </a:r>
            <a:r>
              <a:rPr lang="en-IN" sz="1800" dirty="0">
                <a:latin typeface="Times New Roman" panose="02020603050405020304" pitchFamily="18" charset="0"/>
                <a:cs typeface="Times New Roman" panose="02020603050405020304" pitchFamily="18" charset="0"/>
                <a:hlinkClick r:id="rId8"/>
              </a:rPr>
              <a:t>https://doi.org/10.1016/j.cmpb.2026.109266</a:t>
            </a:r>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896BEA0-CBC1-11DE-42CC-FBEA34F22137}"/>
              </a:ext>
            </a:extLst>
          </p:cNvPr>
          <p:cNvSpPr txBox="1"/>
          <p:nvPr/>
        </p:nvSpPr>
        <p:spPr>
          <a:xfrm>
            <a:off x="6341534" y="778933"/>
            <a:ext cx="184731" cy="369332"/>
          </a:xfrm>
          <a:prstGeom prst="rect">
            <a:avLst/>
          </a:prstGeom>
          <a:noFill/>
        </p:spPr>
        <p:txBody>
          <a:bodyPr wrap="none" rtlCol="0">
            <a:spAutoFit/>
          </a:bodyPr>
          <a:lstStyle/>
          <a:p>
            <a:endParaRPr lang="en-IN" dirty="0"/>
          </a:p>
        </p:txBody>
      </p:sp>
      <p:sp>
        <p:nvSpPr>
          <p:cNvPr id="5" name="Slide Number Placeholder 4">
            <a:extLst>
              <a:ext uri="{FF2B5EF4-FFF2-40B4-BE49-F238E27FC236}">
                <a16:creationId xmlns:a16="http://schemas.microsoft.com/office/drawing/2014/main" id="{B229B2F5-ADB7-775D-5CDB-44AC28B354A0}"/>
              </a:ext>
            </a:extLst>
          </p:cNvPr>
          <p:cNvSpPr>
            <a:spLocks noGrp="1"/>
          </p:cNvSpPr>
          <p:nvPr>
            <p:ph type="sldNum" sz="quarter" idx="12"/>
          </p:nvPr>
        </p:nvSpPr>
        <p:spPr/>
        <p:txBody>
          <a:bodyPr/>
          <a:lstStyle/>
          <a:p>
            <a:fld id="{3F89A050-2CE8-43E2-A037-2F45FBB835B5}" type="slidenum">
              <a:rPr lang="en-IN" smtClean="0"/>
              <a:t>18</a:t>
            </a:fld>
            <a:endParaRPr lang="en-IN"/>
          </a:p>
        </p:txBody>
      </p:sp>
    </p:spTree>
    <p:extLst>
      <p:ext uri="{BB962C8B-B14F-4D97-AF65-F5344CB8AC3E}">
        <p14:creationId xmlns:p14="http://schemas.microsoft.com/office/powerpoint/2010/main" val="544643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42B7-4C2F-FEF7-AEF8-6F91B6C120B6}"/>
              </a:ext>
            </a:extLst>
          </p:cNvPr>
          <p:cNvSpPr>
            <a:spLocks noGrp="1"/>
          </p:cNvSpPr>
          <p:nvPr>
            <p:ph type="ctrTitle"/>
          </p:nvPr>
        </p:nvSpPr>
        <p:spPr/>
        <p:txBody>
          <a:bodyPr/>
          <a:lstStyle/>
          <a:p>
            <a:r>
              <a:rPr lang="en-IN" b="1" dirty="0">
                <a:latin typeface="Times New Roman" panose="02020603050405020304" pitchFamily="18" charset="0"/>
                <a:cs typeface="Times New Roman" panose="02020603050405020304" pitchFamily="18" charset="0"/>
              </a:rPr>
              <a:t>THANK YOU</a:t>
            </a:r>
          </a:p>
        </p:txBody>
      </p:sp>
      <p:sp>
        <p:nvSpPr>
          <p:cNvPr id="4" name="Slide Number Placeholder 3">
            <a:extLst>
              <a:ext uri="{FF2B5EF4-FFF2-40B4-BE49-F238E27FC236}">
                <a16:creationId xmlns:a16="http://schemas.microsoft.com/office/drawing/2014/main" id="{044430DA-69E4-ABBE-C788-A593B3641751}"/>
              </a:ext>
            </a:extLst>
          </p:cNvPr>
          <p:cNvSpPr>
            <a:spLocks noGrp="1"/>
          </p:cNvSpPr>
          <p:nvPr>
            <p:ph type="sldNum" sz="quarter" idx="12"/>
          </p:nvPr>
        </p:nvSpPr>
        <p:spPr/>
        <p:txBody>
          <a:bodyPr/>
          <a:lstStyle/>
          <a:p>
            <a:fld id="{3F89A050-2CE8-43E2-A037-2F45FBB835B5}" type="slidenum">
              <a:rPr lang="en-IN" smtClean="0"/>
              <a:t>19</a:t>
            </a:fld>
            <a:endParaRPr lang="en-IN"/>
          </a:p>
        </p:txBody>
      </p:sp>
    </p:spTree>
    <p:extLst>
      <p:ext uri="{BB962C8B-B14F-4D97-AF65-F5344CB8AC3E}">
        <p14:creationId xmlns:p14="http://schemas.microsoft.com/office/powerpoint/2010/main" val="31176490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581</TotalTime>
  <Words>1995</Words>
  <Application>Microsoft Office PowerPoint</Application>
  <PresentationFormat>Widescreen</PresentationFormat>
  <Paragraphs>173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Times New Roman</vt:lpstr>
      <vt:lpstr>Office Theme</vt:lpstr>
      <vt:lpstr>An Explainable Machine Learning Framework for Diabetes Risk Prediction and Personalized Health Monitoring</vt:lpstr>
      <vt:lpstr>ABSTRACT</vt:lpstr>
      <vt:lpstr>OBJECTIVES OF THE PROJECT</vt:lpstr>
      <vt:lpstr>EXISTING SYSTEM</vt:lpstr>
      <vt:lpstr>DRAWBACKS OF EXISTING SYSTEM</vt:lpstr>
      <vt:lpstr>PROPOSED SYSTEM</vt:lpstr>
      <vt:lpstr>ADVANTAGES OF PROPOSED SYSTEM</vt:lpstr>
      <vt:lpstr>PROPOSED SYSTEM ARCHITECTURE</vt:lpstr>
      <vt:lpstr>MODULE – 1 PATIENT HEALTH DATA COLLECTION</vt:lpstr>
      <vt:lpstr>MODULE – 2 DATA PREPROCESSING</vt:lpstr>
      <vt:lpstr>MODULE – 3 MACHINE LEARNING MODELS</vt:lpstr>
      <vt:lpstr>MODULE – 4 RISK PREDICTION AND SHAP EXPLANATION</vt:lpstr>
      <vt:lpstr>MODULE – 5 PERSONALIZED HEALTH MONITORING</vt:lpstr>
      <vt:lpstr>MODULE – 6 INTERACTIVE DASHBOARD</vt:lpstr>
      <vt:lpstr>SYSTEM REQUIREMENTS</vt:lpstr>
      <vt:lpstr>CONCLUSION</vt:lpstr>
      <vt:lpstr>FUTURE SCOPE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AADHISESHAN K S</dc:creator>
  <cp:lastModifiedBy>AADHISESHAN K S</cp:lastModifiedBy>
  <cp:revision>28</cp:revision>
  <dcterms:created xsi:type="dcterms:W3CDTF">2026-10-09T03:54:57Z</dcterms:created>
  <dcterms:modified xsi:type="dcterms:W3CDTF">2026-10-24T10:52:10Z</dcterms:modified>
</cp:coreProperties>
</file>