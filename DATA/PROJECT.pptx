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57" r:id="rId3"/>
    <p:sldId id="259" r:id="rId4"/>
    <p:sldId id="260" r:id="rId5"/>
    <p:sldId id="261" r:id="rId6"/>
    <p:sldId id="262" r:id="rId7"/>
    <p:sldId id="263" r:id="rId8"/>
    <p:sldId id="265" r:id="rId9"/>
    <p:sldId id="26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1F7A1"/>
    <a:srgbClr val="000000"/>
    <a:srgbClr val="FED6C4"/>
    <a:srgbClr val="C9FF93"/>
    <a:srgbClr val="FFFF66"/>
    <a:srgbClr val="BFFC9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E300919-D5DA-4859-BD4A-48E6F56A7130}" v="38" dt="2026-10-09T14:16:53.62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60"/>
  </p:normalViewPr>
  <p:slideViewPr>
    <p:cSldViewPr snapToGrid="0">
      <p:cViewPr varScale="1">
        <p:scale>
          <a:sx n="90" d="100"/>
          <a:sy n="90" d="100"/>
        </p:scale>
        <p:origin x="355"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ADHISESHAN K S" userId="6129a77a4435de04" providerId="LiveId" clId="{32492927-1FCC-4925-95BE-FE2363711585}"/>
    <pc:docChg chg="undo redo custSel addSld delSld modSld modMainMaster">
      <pc:chgData name="AADHISESHAN K S" userId="6129a77a4435de04" providerId="LiveId" clId="{32492927-1FCC-4925-95BE-FE2363711585}" dt="2026-10-09T14:27:33.142" v="1761" actId="20577"/>
      <pc:docMkLst>
        <pc:docMk/>
      </pc:docMkLst>
      <pc:sldChg chg="addSp modSp mod">
        <pc:chgData name="AADHISESHAN K S" userId="6129a77a4435de04" providerId="LiveId" clId="{32492927-1FCC-4925-95BE-FE2363711585}" dt="2026-10-09T14:27:33.142" v="1761" actId="20577"/>
        <pc:sldMkLst>
          <pc:docMk/>
          <pc:sldMk cId="2475509266" sldId="256"/>
        </pc:sldMkLst>
        <pc:spChg chg="mod">
          <ac:chgData name="AADHISESHAN K S" userId="6129a77a4435de04" providerId="LiveId" clId="{32492927-1FCC-4925-95BE-FE2363711585}" dt="2026-10-09T13:38:52.088" v="366"/>
          <ac:spMkLst>
            <pc:docMk/>
            <pc:sldMk cId="2475509266" sldId="256"/>
            <ac:spMk id="2" creationId="{E8579193-C66E-437F-EB89-C2527C3FB1BD}"/>
          </ac:spMkLst>
        </pc:spChg>
        <pc:spChg chg="mod">
          <ac:chgData name="AADHISESHAN K S" userId="6129a77a4435de04" providerId="LiveId" clId="{32492927-1FCC-4925-95BE-FE2363711585}" dt="2026-10-09T14:27:33.142" v="1761" actId="20577"/>
          <ac:spMkLst>
            <pc:docMk/>
            <pc:sldMk cId="2475509266" sldId="256"/>
            <ac:spMk id="3" creationId="{174CB964-BB5B-0F41-C32D-B72244165195}"/>
          </ac:spMkLst>
        </pc:spChg>
        <pc:spChg chg="add mod">
          <ac:chgData name="AADHISESHAN K S" userId="6129a77a4435de04" providerId="LiveId" clId="{32492927-1FCC-4925-95BE-FE2363711585}" dt="2026-10-09T13:38:52.088" v="366"/>
          <ac:spMkLst>
            <pc:docMk/>
            <pc:sldMk cId="2475509266" sldId="256"/>
            <ac:spMk id="9" creationId="{F69E2D69-8250-2449-DC66-70974EBF0026}"/>
          </ac:spMkLst>
        </pc:spChg>
        <pc:picChg chg="add mod">
          <ac:chgData name="AADHISESHAN K S" userId="6129a77a4435de04" providerId="LiveId" clId="{32492927-1FCC-4925-95BE-FE2363711585}" dt="2026-10-09T13:38:52.088" v="366"/>
          <ac:picMkLst>
            <pc:docMk/>
            <pc:sldMk cId="2475509266" sldId="256"/>
            <ac:picMk id="5" creationId="{CC941C87-32AE-C201-D755-C3727A16AA98}"/>
          </ac:picMkLst>
        </pc:picChg>
        <pc:picChg chg="add mod">
          <ac:chgData name="AADHISESHAN K S" userId="6129a77a4435de04" providerId="LiveId" clId="{32492927-1FCC-4925-95BE-FE2363711585}" dt="2026-10-09T13:38:52.088" v="366"/>
          <ac:picMkLst>
            <pc:docMk/>
            <pc:sldMk cId="2475509266" sldId="256"/>
            <ac:picMk id="7" creationId="{8EC46C4F-70BC-E3B7-A769-C0180CCB3036}"/>
          </ac:picMkLst>
        </pc:picChg>
      </pc:sldChg>
      <pc:sldChg chg="modSp mod">
        <pc:chgData name="AADHISESHAN K S" userId="6129a77a4435de04" providerId="LiveId" clId="{32492927-1FCC-4925-95BE-FE2363711585}" dt="2026-10-09T13:38:52.088" v="366"/>
        <pc:sldMkLst>
          <pc:docMk/>
          <pc:sldMk cId="1089947032" sldId="257"/>
        </pc:sldMkLst>
        <pc:spChg chg="mod">
          <ac:chgData name="AADHISESHAN K S" userId="6129a77a4435de04" providerId="LiveId" clId="{32492927-1FCC-4925-95BE-FE2363711585}" dt="2026-10-09T13:38:52.088" v="366"/>
          <ac:spMkLst>
            <pc:docMk/>
            <pc:sldMk cId="1089947032" sldId="257"/>
            <ac:spMk id="2" creationId="{EA5658BF-3737-5429-5D69-C4E77D6D9821}"/>
          </ac:spMkLst>
        </pc:spChg>
        <pc:spChg chg="mod">
          <ac:chgData name="AADHISESHAN K S" userId="6129a77a4435de04" providerId="LiveId" clId="{32492927-1FCC-4925-95BE-FE2363711585}" dt="2026-10-09T13:38:52.088" v="366"/>
          <ac:spMkLst>
            <pc:docMk/>
            <pc:sldMk cId="1089947032" sldId="257"/>
            <ac:spMk id="3" creationId="{E89832A6-7344-4265-72CE-73DDAF2A84EE}"/>
          </ac:spMkLst>
        </pc:spChg>
      </pc:sldChg>
      <pc:sldChg chg="modSp del mod">
        <pc:chgData name="AADHISESHAN K S" userId="6129a77a4435de04" providerId="LiveId" clId="{32492927-1FCC-4925-95BE-FE2363711585}" dt="2026-10-09T09:42:09.138" v="79" actId="47"/>
        <pc:sldMkLst>
          <pc:docMk/>
          <pc:sldMk cId="650872074" sldId="258"/>
        </pc:sldMkLst>
        <pc:spChg chg="mod">
          <ac:chgData name="AADHISESHAN K S" userId="6129a77a4435de04" providerId="LiveId" clId="{32492927-1FCC-4925-95BE-FE2363711585}" dt="2026-10-09T09:39:07.963" v="51" actId="123"/>
          <ac:spMkLst>
            <pc:docMk/>
            <pc:sldMk cId="650872074" sldId="258"/>
            <ac:spMk id="3" creationId="{34B67C13-59A2-AA16-6536-F34C51B5ACFA}"/>
          </ac:spMkLst>
        </pc:spChg>
      </pc:sldChg>
      <pc:sldChg chg="modSp add mod">
        <pc:chgData name="AADHISESHAN K S" userId="6129a77a4435de04" providerId="LiveId" clId="{32492927-1FCC-4925-95BE-FE2363711585}" dt="2026-10-09T13:38:52.088" v="366"/>
        <pc:sldMkLst>
          <pc:docMk/>
          <pc:sldMk cId="3103022911" sldId="259"/>
        </pc:sldMkLst>
        <pc:spChg chg="mod">
          <ac:chgData name="AADHISESHAN K S" userId="6129a77a4435de04" providerId="LiveId" clId="{32492927-1FCC-4925-95BE-FE2363711585}" dt="2026-10-09T13:38:52.088" v="366"/>
          <ac:spMkLst>
            <pc:docMk/>
            <pc:sldMk cId="3103022911" sldId="259"/>
            <ac:spMk id="2" creationId="{99390D42-899B-3799-DEBB-A419B544286A}"/>
          </ac:spMkLst>
        </pc:spChg>
        <pc:spChg chg="mod">
          <ac:chgData name="AADHISESHAN K S" userId="6129a77a4435de04" providerId="LiveId" clId="{32492927-1FCC-4925-95BE-FE2363711585}" dt="2026-10-09T13:38:52.088" v="366"/>
          <ac:spMkLst>
            <pc:docMk/>
            <pc:sldMk cId="3103022911" sldId="259"/>
            <ac:spMk id="3" creationId="{FAD48288-3C2C-6B95-BD1C-185E830012DB}"/>
          </ac:spMkLst>
        </pc:spChg>
      </pc:sldChg>
      <pc:sldChg chg="addSp modSp">
        <pc:chgData name="AADHISESHAN K S" userId="6129a77a4435de04" providerId="LiveId" clId="{32492927-1FCC-4925-95BE-FE2363711585}" dt="2026-10-09T04:00:03.211" v="1"/>
        <pc:sldMkLst>
          <pc:docMk/>
          <pc:sldMk cId="3988274890" sldId="259"/>
        </pc:sldMkLst>
        <pc:spChg chg="add">
          <ac:chgData name="AADHISESHAN K S" userId="6129a77a4435de04" providerId="LiveId" clId="{32492927-1FCC-4925-95BE-FE2363711585}" dt="2026-10-09T03:59:53.823" v="0"/>
          <ac:spMkLst>
            <pc:docMk/>
            <pc:sldMk cId="3988274890" sldId="259"/>
            <ac:spMk id="6" creationId="{1B566CEE-9530-888F-6908-DD387ED6BF74}"/>
          </ac:spMkLst>
        </pc:spChg>
        <pc:spChg chg="add">
          <ac:chgData name="AADHISESHAN K S" userId="6129a77a4435de04" providerId="LiveId" clId="{32492927-1FCC-4925-95BE-FE2363711585}" dt="2026-10-09T04:00:03.211" v="1"/>
          <ac:spMkLst>
            <pc:docMk/>
            <pc:sldMk cId="3988274890" sldId="259"/>
            <ac:spMk id="9" creationId="{6B9D780B-90D2-5916-EE9B-F454792C8B4C}"/>
          </ac:spMkLst>
        </pc:spChg>
        <pc:graphicFrameChg chg="add mod">
          <ac:chgData name="AADHISESHAN K S" userId="6129a77a4435de04" providerId="LiveId" clId="{32492927-1FCC-4925-95BE-FE2363711585}" dt="2026-10-09T03:59:53.823" v="0"/>
          <ac:graphicFrameMkLst>
            <pc:docMk/>
            <pc:sldMk cId="3988274890" sldId="259"/>
            <ac:graphicFrameMk id="4" creationId="{B29ADFF5-1810-E03A-2D89-686FF19C57A8}"/>
          </ac:graphicFrameMkLst>
        </pc:graphicFrameChg>
        <pc:graphicFrameChg chg="add mod">
          <ac:chgData name="AADHISESHAN K S" userId="6129a77a4435de04" providerId="LiveId" clId="{32492927-1FCC-4925-95BE-FE2363711585}" dt="2026-10-09T04:00:03.211" v="1"/>
          <ac:graphicFrameMkLst>
            <pc:docMk/>
            <pc:sldMk cId="3988274890" sldId="259"/>
            <ac:graphicFrameMk id="7" creationId="{74775979-9462-EA31-7186-EFE2893BFE35}"/>
          </ac:graphicFrameMkLst>
        </pc:graphicFrameChg>
      </pc:sldChg>
      <pc:sldChg chg="addSp delSp modSp add mod">
        <pc:chgData name="AADHISESHAN K S" userId="6129a77a4435de04" providerId="LiveId" clId="{32492927-1FCC-4925-95BE-FE2363711585}" dt="2026-10-09T13:38:52.088" v="366"/>
        <pc:sldMkLst>
          <pc:docMk/>
          <pc:sldMk cId="1226372265" sldId="260"/>
        </pc:sldMkLst>
        <pc:spChg chg="mod">
          <ac:chgData name="AADHISESHAN K S" userId="6129a77a4435de04" providerId="LiveId" clId="{32492927-1FCC-4925-95BE-FE2363711585}" dt="2026-10-09T13:38:52.088" v="366"/>
          <ac:spMkLst>
            <pc:docMk/>
            <pc:sldMk cId="1226372265" sldId="260"/>
            <ac:spMk id="2" creationId="{E5824620-4CAA-F9FC-0252-50EC33F5DA78}"/>
          </ac:spMkLst>
        </pc:spChg>
        <pc:spChg chg="mod">
          <ac:chgData name="AADHISESHAN K S" userId="6129a77a4435de04" providerId="LiveId" clId="{32492927-1FCC-4925-95BE-FE2363711585}" dt="2026-10-09T13:38:52.088" v="366"/>
          <ac:spMkLst>
            <pc:docMk/>
            <pc:sldMk cId="1226372265" sldId="260"/>
            <ac:spMk id="3" creationId="{762F6F1D-03A8-B86B-E27A-425A8464AB8C}"/>
          </ac:spMkLst>
        </pc:spChg>
        <pc:spChg chg="add del mod">
          <ac:chgData name="AADHISESHAN K S" userId="6129a77a4435de04" providerId="LiveId" clId="{32492927-1FCC-4925-95BE-FE2363711585}" dt="2026-10-09T13:38:52.088" v="366"/>
          <ac:spMkLst>
            <pc:docMk/>
            <pc:sldMk cId="1226372265" sldId="260"/>
            <ac:spMk id="4" creationId="{F6AACCEC-17CA-379F-16B4-22522D9422C1}"/>
          </ac:spMkLst>
        </pc:spChg>
        <pc:graphicFrameChg chg="add mod">
          <ac:chgData name="AADHISESHAN K S" userId="6129a77a4435de04" providerId="LiveId" clId="{32492927-1FCC-4925-95BE-FE2363711585}" dt="2026-10-09T13:22:28.010" v="201"/>
          <ac:graphicFrameMkLst>
            <pc:docMk/>
            <pc:sldMk cId="1226372265" sldId="260"/>
            <ac:graphicFrameMk id="5" creationId="{D2AB890D-F6B8-2C1B-28C0-0E3D938D0ED6}"/>
          </ac:graphicFrameMkLst>
        </pc:graphicFrameChg>
        <pc:graphicFrameChg chg="add mod">
          <ac:chgData name="AADHISESHAN K S" userId="6129a77a4435de04" providerId="LiveId" clId="{32492927-1FCC-4925-95BE-FE2363711585}" dt="2026-10-09T13:22:28.010" v="201"/>
          <ac:graphicFrameMkLst>
            <pc:docMk/>
            <pc:sldMk cId="1226372265" sldId="260"/>
            <ac:graphicFrameMk id="6" creationId="{1EBEF2F6-DC7F-8A83-7E19-106EB05DFDBB}"/>
          </ac:graphicFrameMkLst>
        </pc:graphicFrameChg>
        <pc:graphicFrameChg chg="add mod">
          <ac:chgData name="AADHISESHAN K S" userId="6129a77a4435de04" providerId="LiveId" clId="{32492927-1FCC-4925-95BE-FE2363711585}" dt="2026-10-09T13:22:28.010" v="201"/>
          <ac:graphicFrameMkLst>
            <pc:docMk/>
            <pc:sldMk cId="1226372265" sldId="260"/>
            <ac:graphicFrameMk id="7" creationId="{C785BC8E-2541-95D3-7B14-B8ECE300D844}"/>
          </ac:graphicFrameMkLst>
        </pc:graphicFrameChg>
        <pc:graphicFrameChg chg="add mod">
          <ac:chgData name="AADHISESHAN K S" userId="6129a77a4435de04" providerId="LiveId" clId="{32492927-1FCC-4925-95BE-FE2363711585}" dt="2026-10-09T13:22:28.010" v="201"/>
          <ac:graphicFrameMkLst>
            <pc:docMk/>
            <pc:sldMk cId="1226372265" sldId="260"/>
            <ac:graphicFrameMk id="8" creationId="{7E583141-2ECB-A483-F317-197C9D83E674}"/>
          </ac:graphicFrameMkLst>
        </pc:graphicFrameChg>
      </pc:sldChg>
      <pc:sldChg chg="modSp add mod">
        <pc:chgData name="AADHISESHAN K S" userId="6129a77a4435de04" providerId="LiveId" clId="{32492927-1FCC-4925-95BE-FE2363711585}" dt="2026-10-09T13:38:52.088" v="366"/>
        <pc:sldMkLst>
          <pc:docMk/>
          <pc:sldMk cId="195049950" sldId="261"/>
        </pc:sldMkLst>
        <pc:spChg chg="mod">
          <ac:chgData name="AADHISESHAN K S" userId="6129a77a4435de04" providerId="LiveId" clId="{32492927-1FCC-4925-95BE-FE2363711585}" dt="2026-10-09T13:38:52.088" v="366"/>
          <ac:spMkLst>
            <pc:docMk/>
            <pc:sldMk cId="195049950" sldId="261"/>
            <ac:spMk id="2" creationId="{A614EE22-3F50-8596-DC83-7F6FBC258385}"/>
          </ac:spMkLst>
        </pc:spChg>
        <pc:spChg chg="mod">
          <ac:chgData name="AADHISESHAN K S" userId="6129a77a4435de04" providerId="LiveId" clId="{32492927-1FCC-4925-95BE-FE2363711585}" dt="2026-10-09T13:38:52.088" v="366"/>
          <ac:spMkLst>
            <pc:docMk/>
            <pc:sldMk cId="195049950" sldId="261"/>
            <ac:spMk id="3" creationId="{50851E61-75AF-CCE9-D73D-3176F1CA2240}"/>
          </ac:spMkLst>
        </pc:spChg>
        <pc:spChg chg="mod">
          <ac:chgData name="AADHISESHAN K S" userId="6129a77a4435de04" providerId="LiveId" clId="{32492927-1FCC-4925-95BE-FE2363711585}" dt="2026-10-09T13:38:52.088" v="366"/>
          <ac:spMkLst>
            <pc:docMk/>
            <pc:sldMk cId="195049950" sldId="261"/>
            <ac:spMk id="4" creationId="{D121FAD7-F687-AB27-EF3F-E088331FA0B9}"/>
          </ac:spMkLst>
        </pc:spChg>
      </pc:sldChg>
      <pc:sldChg chg="modSp add mod">
        <pc:chgData name="AADHISESHAN K S" userId="6129a77a4435de04" providerId="LiveId" clId="{32492927-1FCC-4925-95BE-FE2363711585}" dt="2026-10-09T13:38:52.088" v="366"/>
        <pc:sldMkLst>
          <pc:docMk/>
          <pc:sldMk cId="1456669274" sldId="262"/>
        </pc:sldMkLst>
        <pc:spChg chg="mod">
          <ac:chgData name="AADHISESHAN K S" userId="6129a77a4435de04" providerId="LiveId" clId="{32492927-1FCC-4925-95BE-FE2363711585}" dt="2026-10-09T13:38:52.088" v="366"/>
          <ac:spMkLst>
            <pc:docMk/>
            <pc:sldMk cId="1456669274" sldId="262"/>
            <ac:spMk id="2" creationId="{FF9735F4-5A1A-0DF0-BEDB-8AA8C87DE248}"/>
          </ac:spMkLst>
        </pc:spChg>
        <pc:spChg chg="mod">
          <ac:chgData name="AADHISESHAN K S" userId="6129a77a4435de04" providerId="LiveId" clId="{32492927-1FCC-4925-95BE-FE2363711585}" dt="2026-10-09T13:38:52.088" v="366"/>
          <ac:spMkLst>
            <pc:docMk/>
            <pc:sldMk cId="1456669274" sldId="262"/>
            <ac:spMk id="3" creationId="{7B3827B0-08AC-83D6-6C88-BE6DADC01D0D}"/>
          </ac:spMkLst>
        </pc:spChg>
        <pc:spChg chg="mod">
          <ac:chgData name="AADHISESHAN K S" userId="6129a77a4435de04" providerId="LiveId" clId="{32492927-1FCC-4925-95BE-FE2363711585}" dt="2026-10-09T13:38:52.088" v="366"/>
          <ac:spMkLst>
            <pc:docMk/>
            <pc:sldMk cId="1456669274" sldId="262"/>
            <ac:spMk id="4" creationId="{6D4B9C3D-222F-4DBC-0EB0-F6D0D3C7FFE7}"/>
          </ac:spMkLst>
        </pc:spChg>
      </pc:sldChg>
      <pc:sldChg chg="modSp add mod">
        <pc:chgData name="AADHISESHAN K S" userId="6129a77a4435de04" providerId="LiveId" clId="{32492927-1FCC-4925-95BE-FE2363711585}" dt="2026-10-09T13:38:52.088" v="366"/>
        <pc:sldMkLst>
          <pc:docMk/>
          <pc:sldMk cId="905234540" sldId="263"/>
        </pc:sldMkLst>
        <pc:spChg chg="mod">
          <ac:chgData name="AADHISESHAN K S" userId="6129a77a4435de04" providerId="LiveId" clId="{32492927-1FCC-4925-95BE-FE2363711585}" dt="2026-10-09T13:38:52.088" v="366"/>
          <ac:spMkLst>
            <pc:docMk/>
            <pc:sldMk cId="905234540" sldId="263"/>
            <ac:spMk id="2" creationId="{079D6BBE-5F4F-E7B5-4B50-8254F5EAF3EE}"/>
          </ac:spMkLst>
        </pc:spChg>
        <pc:spChg chg="mod">
          <ac:chgData name="AADHISESHAN K S" userId="6129a77a4435de04" providerId="LiveId" clId="{32492927-1FCC-4925-95BE-FE2363711585}" dt="2026-10-09T13:38:52.088" v="366"/>
          <ac:spMkLst>
            <pc:docMk/>
            <pc:sldMk cId="905234540" sldId="263"/>
            <ac:spMk id="3" creationId="{EA14A2C9-B298-A463-1AD2-60480BC90919}"/>
          </ac:spMkLst>
        </pc:spChg>
        <pc:spChg chg="mod">
          <ac:chgData name="AADHISESHAN K S" userId="6129a77a4435de04" providerId="LiveId" clId="{32492927-1FCC-4925-95BE-FE2363711585}" dt="2026-10-09T13:38:52.088" v="366"/>
          <ac:spMkLst>
            <pc:docMk/>
            <pc:sldMk cId="905234540" sldId="263"/>
            <ac:spMk id="4" creationId="{516249A7-5707-B62B-368C-39CD7286C2A0}"/>
          </ac:spMkLst>
        </pc:spChg>
      </pc:sldChg>
      <pc:sldChg chg="delSp modSp new mod">
        <pc:chgData name="AADHISESHAN K S" userId="6129a77a4435de04" providerId="LiveId" clId="{32492927-1FCC-4925-95BE-FE2363711585}" dt="2026-10-09T14:20:28.513" v="1759" actId="113"/>
        <pc:sldMkLst>
          <pc:docMk/>
          <pc:sldMk cId="3117649083" sldId="264"/>
        </pc:sldMkLst>
        <pc:spChg chg="mod">
          <ac:chgData name="AADHISESHAN K S" userId="6129a77a4435de04" providerId="LiveId" clId="{32492927-1FCC-4925-95BE-FE2363711585}" dt="2026-10-09T14:20:28.513" v="1759" actId="113"/>
          <ac:spMkLst>
            <pc:docMk/>
            <pc:sldMk cId="3117649083" sldId="264"/>
            <ac:spMk id="2" creationId="{762942B7-4C2F-FEF7-AEF8-6F91B6C120B6}"/>
          </ac:spMkLst>
        </pc:spChg>
        <pc:spChg chg="del">
          <ac:chgData name="AADHISESHAN K S" userId="6129a77a4435de04" providerId="LiveId" clId="{32492927-1FCC-4925-95BE-FE2363711585}" dt="2026-10-09T13:38:22.584" v="359" actId="478"/>
          <ac:spMkLst>
            <pc:docMk/>
            <pc:sldMk cId="3117649083" sldId="264"/>
            <ac:spMk id="3" creationId="{D0361FC4-0C78-1604-0C65-E0D464E49842}"/>
          </ac:spMkLst>
        </pc:spChg>
      </pc:sldChg>
      <pc:sldChg chg="new del">
        <pc:chgData name="AADHISESHAN K S" userId="6129a77a4435de04" providerId="LiveId" clId="{32492927-1FCC-4925-95BE-FE2363711585}" dt="2026-10-09T13:37:49.050" v="347" actId="680"/>
        <pc:sldMkLst>
          <pc:docMk/>
          <pc:sldMk cId="3199591830" sldId="264"/>
        </pc:sldMkLst>
      </pc:sldChg>
      <pc:sldChg chg="addSp delSp modSp add mod">
        <pc:chgData name="AADHISESHAN K S" userId="6129a77a4435de04" providerId="LiveId" clId="{32492927-1FCC-4925-95BE-FE2363711585}" dt="2026-10-09T14:19:18.581" v="1758" actId="207"/>
        <pc:sldMkLst>
          <pc:docMk/>
          <pc:sldMk cId="1011885755" sldId="265"/>
        </pc:sldMkLst>
        <pc:spChg chg="mod">
          <ac:chgData name="AADHISESHAN K S" userId="6129a77a4435de04" providerId="LiveId" clId="{32492927-1FCC-4925-95BE-FE2363711585}" dt="2026-10-09T13:44:06.086" v="396" actId="20577"/>
          <ac:spMkLst>
            <pc:docMk/>
            <pc:sldMk cId="1011885755" sldId="265"/>
            <ac:spMk id="2" creationId="{92720803-C0E3-A674-4145-7D1B690711C5}"/>
          </ac:spMkLst>
        </pc:spChg>
        <pc:spChg chg="del mod">
          <ac:chgData name="AADHISESHAN K S" userId="6129a77a4435de04" providerId="LiveId" clId="{32492927-1FCC-4925-95BE-FE2363711585}" dt="2026-10-09T13:54:19.611" v="720" actId="931"/>
          <ac:spMkLst>
            <pc:docMk/>
            <pc:sldMk cId="1011885755" sldId="265"/>
            <ac:spMk id="3" creationId="{F0BD003E-624B-2C7A-3527-EA9DC47ABC99}"/>
          </ac:spMkLst>
        </pc:spChg>
        <pc:spChg chg="add mod ord">
          <ac:chgData name="AADHISESHAN K S" userId="6129a77a4435de04" providerId="LiveId" clId="{32492927-1FCC-4925-95BE-FE2363711585}" dt="2026-10-09T14:19:09.552" v="1757" actId="207"/>
          <ac:spMkLst>
            <pc:docMk/>
            <pc:sldMk cId="1011885755" sldId="265"/>
            <ac:spMk id="6" creationId="{84D1C2A1-FA9C-B44F-75A6-007E87975EFE}"/>
          </ac:spMkLst>
        </pc:spChg>
        <pc:spChg chg="add del mod">
          <ac:chgData name="AADHISESHAN K S" userId="6129a77a4435de04" providerId="LiveId" clId="{32492927-1FCC-4925-95BE-FE2363711585}" dt="2026-10-09T13:46:51.548" v="413" actId="478"/>
          <ac:spMkLst>
            <pc:docMk/>
            <pc:sldMk cId="1011885755" sldId="265"/>
            <ac:spMk id="7" creationId="{1A8D71B3-4EA3-FA11-C315-F0D416EEE1C2}"/>
          </ac:spMkLst>
        </pc:spChg>
        <pc:spChg chg="add del mod">
          <ac:chgData name="AADHISESHAN K S" userId="6129a77a4435de04" providerId="LiveId" clId="{32492927-1FCC-4925-95BE-FE2363711585}" dt="2026-10-09T13:46:53.517" v="414" actId="478"/>
          <ac:spMkLst>
            <pc:docMk/>
            <pc:sldMk cId="1011885755" sldId="265"/>
            <ac:spMk id="8" creationId="{6EA2DF7E-630E-4D74-AFB8-4D008CEE26F4}"/>
          </ac:spMkLst>
        </pc:spChg>
        <pc:spChg chg="add del mod">
          <ac:chgData name="AADHISESHAN K S" userId="6129a77a4435de04" providerId="LiveId" clId="{32492927-1FCC-4925-95BE-FE2363711585}" dt="2026-10-09T13:49:11.664" v="519" actId="478"/>
          <ac:spMkLst>
            <pc:docMk/>
            <pc:sldMk cId="1011885755" sldId="265"/>
            <ac:spMk id="9" creationId="{23551B9B-EB21-82B4-696F-3BFB0CBA97AA}"/>
          </ac:spMkLst>
        </pc:spChg>
        <pc:spChg chg="add del mod">
          <ac:chgData name="AADHISESHAN K S" userId="6129a77a4435de04" providerId="LiveId" clId="{32492927-1FCC-4925-95BE-FE2363711585}" dt="2026-10-09T13:49:13.246" v="520" actId="478"/>
          <ac:spMkLst>
            <pc:docMk/>
            <pc:sldMk cId="1011885755" sldId="265"/>
            <ac:spMk id="10" creationId="{A5732E0F-BD6F-3BF9-5F3F-503776536A7B}"/>
          </ac:spMkLst>
        </pc:spChg>
        <pc:spChg chg="add del mod">
          <ac:chgData name="AADHISESHAN K S" userId="6129a77a4435de04" providerId="LiveId" clId="{32492927-1FCC-4925-95BE-FE2363711585}" dt="2026-10-09T13:49:14.792" v="521" actId="478"/>
          <ac:spMkLst>
            <pc:docMk/>
            <pc:sldMk cId="1011885755" sldId="265"/>
            <ac:spMk id="11" creationId="{5678C9E9-B1F9-BF0E-F902-13E7CC1BA181}"/>
          </ac:spMkLst>
        </pc:spChg>
        <pc:spChg chg="add del mod">
          <ac:chgData name="AADHISESHAN K S" userId="6129a77a4435de04" providerId="LiveId" clId="{32492927-1FCC-4925-95BE-FE2363711585}" dt="2026-10-09T13:49:18.920" v="524" actId="478"/>
          <ac:spMkLst>
            <pc:docMk/>
            <pc:sldMk cId="1011885755" sldId="265"/>
            <ac:spMk id="12" creationId="{045F75BF-FE5E-2E9E-88B4-43A57B65729A}"/>
          </ac:spMkLst>
        </pc:spChg>
        <pc:spChg chg="add del mod">
          <ac:chgData name="AADHISESHAN K S" userId="6129a77a4435de04" providerId="LiveId" clId="{32492927-1FCC-4925-95BE-FE2363711585}" dt="2026-10-09T13:49:20.407" v="525" actId="478"/>
          <ac:spMkLst>
            <pc:docMk/>
            <pc:sldMk cId="1011885755" sldId="265"/>
            <ac:spMk id="13" creationId="{94827FBF-4DD6-E839-06DE-25DC6B21EBF9}"/>
          </ac:spMkLst>
        </pc:spChg>
        <pc:spChg chg="add mod ord">
          <ac:chgData name="AADHISESHAN K S" userId="6129a77a4435de04" providerId="LiveId" clId="{32492927-1FCC-4925-95BE-FE2363711585}" dt="2026-10-09T14:19:18.581" v="1758" actId="207"/>
          <ac:spMkLst>
            <pc:docMk/>
            <pc:sldMk cId="1011885755" sldId="265"/>
            <ac:spMk id="14" creationId="{4F27E727-A56E-A466-B91B-6F4F062AD185}"/>
          </ac:spMkLst>
        </pc:spChg>
        <pc:spChg chg="add mod">
          <ac:chgData name="AADHISESHAN K S" userId="6129a77a4435de04" providerId="LiveId" clId="{32492927-1FCC-4925-95BE-FE2363711585}" dt="2026-10-09T14:18:49.246" v="1756" actId="207"/>
          <ac:spMkLst>
            <pc:docMk/>
            <pc:sldMk cId="1011885755" sldId="265"/>
            <ac:spMk id="15" creationId="{29237EF3-1545-B812-2F0B-26ADD21BC312}"/>
          </ac:spMkLst>
        </pc:spChg>
        <pc:spChg chg="add mod">
          <ac:chgData name="AADHISESHAN K S" userId="6129a77a4435de04" providerId="LiveId" clId="{32492927-1FCC-4925-95BE-FE2363711585}" dt="2026-10-09T14:16:53.622" v="1751" actId="164"/>
          <ac:spMkLst>
            <pc:docMk/>
            <pc:sldMk cId="1011885755" sldId="265"/>
            <ac:spMk id="16" creationId="{ACE163CD-9044-EBDB-7BB2-2868E970A2F9}"/>
          </ac:spMkLst>
        </pc:spChg>
        <pc:spChg chg="add mod">
          <ac:chgData name="AADHISESHAN K S" userId="6129a77a4435de04" providerId="LiveId" clId="{32492927-1FCC-4925-95BE-FE2363711585}" dt="2026-10-09T14:17:58.350" v="1753" actId="207"/>
          <ac:spMkLst>
            <pc:docMk/>
            <pc:sldMk cId="1011885755" sldId="265"/>
            <ac:spMk id="17" creationId="{19D5D791-321B-74AC-1BD3-93DDFA92E8F3}"/>
          </ac:spMkLst>
        </pc:spChg>
        <pc:spChg chg="add mod">
          <ac:chgData name="AADHISESHAN K S" userId="6129a77a4435de04" providerId="LiveId" clId="{32492927-1FCC-4925-95BE-FE2363711585}" dt="2026-10-09T14:18:16.994" v="1754" actId="207"/>
          <ac:spMkLst>
            <pc:docMk/>
            <pc:sldMk cId="1011885755" sldId="265"/>
            <ac:spMk id="18" creationId="{C877F79B-B596-00BC-1853-91CF09EC53FE}"/>
          </ac:spMkLst>
        </pc:spChg>
        <pc:spChg chg="add del mod">
          <ac:chgData name="AADHISESHAN K S" userId="6129a77a4435de04" providerId="LiveId" clId="{32492927-1FCC-4925-95BE-FE2363711585}" dt="2026-10-09T13:58:35.763" v="757" actId="478"/>
          <ac:spMkLst>
            <pc:docMk/>
            <pc:sldMk cId="1011885755" sldId="265"/>
            <ac:spMk id="22" creationId="{5C3BD559-80C9-D932-735C-CE0AC12BBB68}"/>
          </ac:spMkLst>
        </pc:spChg>
        <pc:spChg chg="add mod">
          <ac:chgData name="AADHISESHAN K S" userId="6129a77a4435de04" providerId="LiveId" clId="{32492927-1FCC-4925-95BE-FE2363711585}" dt="2026-10-09T14:16:53.622" v="1751" actId="164"/>
          <ac:spMkLst>
            <pc:docMk/>
            <pc:sldMk cId="1011885755" sldId="265"/>
            <ac:spMk id="29" creationId="{F4B9889C-6720-9A87-7CE4-CA0133469FF8}"/>
          </ac:spMkLst>
        </pc:spChg>
        <pc:grpChg chg="add mod">
          <ac:chgData name="AADHISESHAN K S" userId="6129a77a4435de04" providerId="LiveId" clId="{32492927-1FCC-4925-95BE-FE2363711585}" dt="2026-10-09T14:16:53.622" v="1751" actId="164"/>
          <ac:grpSpMkLst>
            <pc:docMk/>
            <pc:sldMk cId="1011885755" sldId="265"/>
            <ac:grpSpMk id="32" creationId="{95AC37D7-855B-1AB1-EE23-BE8C9363FFAE}"/>
          </ac:grpSpMkLst>
        </pc:grpChg>
        <pc:picChg chg="add del mod ord">
          <ac:chgData name="AADHISESHAN K S" userId="6129a77a4435de04" providerId="LiveId" clId="{32492927-1FCC-4925-95BE-FE2363711585}" dt="2026-10-09T13:57:44.443" v="755" actId="478"/>
          <ac:picMkLst>
            <pc:docMk/>
            <pc:sldMk cId="1011885755" sldId="265"/>
            <ac:picMk id="20" creationId="{67865B58-286D-0ACF-DBD5-F15ED73D83CE}"/>
          </ac:picMkLst>
        </pc:picChg>
        <pc:cxnChg chg="add mod">
          <ac:chgData name="AADHISESHAN K S" userId="6129a77a4435de04" providerId="LiveId" clId="{32492927-1FCC-4925-95BE-FE2363711585}" dt="2026-10-09T14:16:53.622" v="1751" actId="164"/>
          <ac:cxnSpMkLst>
            <pc:docMk/>
            <pc:sldMk cId="1011885755" sldId="265"/>
            <ac:cxnSpMk id="24" creationId="{75DD4845-C114-5433-B140-83518AE94AC0}"/>
          </ac:cxnSpMkLst>
        </pc:cxnChg>
        <pc:cxnChg chg="add mod">
          <ac:chgData name="AADHISESHAN K S" userId="6129a77a4435de04" providerId="LiveId" clId="{32492927-1FCC-4925-95BE-FE2363711585}" dt="2026-10-09T14:04:15.279" v="1027" actId="1076"/>
          <ac:cxnSpMkLst>
            <pc:docMk/>
            <pc:sldMk cId="1011885755" sldId="265"/>
            <ac:cxnSpMk id="27" creationId="{EA3C40D5-D632-D1D4-B090-9888D37E5D95}"/>
          </ac:cxnSpMkLst>
        </pc:cxnChg>
        <pc:cxnChg chg="add mod">
          <ac:chgData name="AADHISESHAN K S" userId="6129a77a4435de04" providerId="LiveId" clId="{32492927-1FCC-4925-95BE-FE2363711585}" dt="2026-10-09T14:05:21.930" v="1134" actId="1076"/>
          <ac:cxnSpMkLst>
            <pc:docMk/>
            <pc:sldMk cId="1011885755" sldId="265"/>
            <ac:cxnSpMk id="28" creationId="{AE32920E-5745-9EAC-02A3-672812EF553C}"/>
          </ac:cxnSpMkLst>
        </pc:cxnChg>
        <pc:cxnChg chg="add mod">
          <ac:chgData name="AADHISESHAN K S" userId="6129a77a4435de04" providerId="LiveId" clId="{32492927-1FCC-4925-95BE-FE2363711585}" dt="2026-10-09T14:16:53.622" v="1751" actId="164"/>
          <ac:cxnSpMkLst>
            <pc:docMk/>
            <pc:sldMk cId="1011885755" sldId="265"/>
            <ac:cxnSpMk id="30" creationId="{F3E4D5E9-B013-BBE8-992A-48A596EB1692}"/>
          </ac:cxnSpMkLst>
        </pc:cxnChg>
        <pc:cxnChg chg="add mod">
          <ac:chgData name="AADHISESHAN K S" userId="6129a77a4435de04" providerId="LiveId" clId="{32492927-1FCC-4925-95BE-FE2363711585}" dt="2026-10-09T14:16:00.591" v="1748" actId="1076"/>
          <ac:cxnSpMkLst>
            <pc:docMk/>
            <pc:sldMk cId="1011885755" sldId="265"/>
            <ac:cxnSpMk id="31" creationId="{376E9B95-D967-0E01-1889-BD3C4252BEA2}"/>
          </ac:cxnSpMkLst>
        </pc:cxnChg>
      </pc:sldChg>
      <pc:sldMasterChg chg="modSp modSldLayout">
        <pc:chgData name="AADHISESHAN K S" userId="6129a77a4435de04" providerId="LiveId" clId="{32492927-1FCC-4925-95BE-FE2363711585}" dt="2026-10-09T13:38:52.088" v="366"/>
        <pc:sldMasterMkLst>
          <pc:docMk/>
          <pc:sldMasterMk cId="3479747959" sldId="2147483648"/>
        </pc:sldMasterMkLst>
        <pc:spChg chg="mod">
          <ac:chgData name="AADHISESHAN K S" userId="6129a77a4435de04" providerId="LiveId" clId="{32492927-1FCC-4925-95BE-FE2363711585}" dt="2026-10-09T13:38:52.088" v="366"/>
          <ac:spMkLst>
            <pc:docMk/>
            <pc:sldMasterMk cId="3479747959" sldId="2147483648"/>
            <ac:spMk id="2" creationId="{9C189B85-F31E-919D-FCEF-5D468F98A55A}"/>
          </ac:spMkLst>
        </pc:spChg>
        <pc:spChg chg="mod">
          <ac:chgData name="AADHISESHAN K S" userId="6129a77a4435de04" providerId="LiveId" clId="{32492927-1FCC-4925-95BE-FE2363711585}" dt="2026-10-09T13:38:52.088" v="366"/>
          <ac:spMkLst>
            <pc:docMk/>
            <pc:sldMasterMk cId="3479747959" sldId="2147483648"/>
            <ac:spMk id="3" creationId="{09DACCEC-5F89-5D2D-B96E-4091093AD6CC}"/>
          </ac:spMkLst>
        </pc:spChg>
        <pc:spChg chg="mod">
          <ac:chgData name="AADHISESHAN K S" userId="6129a77a4435de04" providerId="LiveId" clId="{32492927-1FCC-4925-95BE-FE2363711585}" dt="2026-10-09T13:38:52.088" v="366"/>
          <ac:spMkLst>
            <pc:docMk/>
            <pc:sldMasterMk cId="3479747959" sldId="2147483648"/>
            <ac:spMk id="4" creationId="{CCF0D0B4-9BBB-A604-09C4-B52D186355A1}"/>
          </ac:spMkLst>
        </pc:spChg>
        <pc:spChg chg="mod">
          <ac:chgData name="AADHISESHAN K S" userId="6129a77a4435de04" providerId="LiveId" clId="{32492927-1FCC-4925-95BE-FE2363711585}" dt="2026-10-09T13:38:52.088" v="366"/>
          <ac:spMkLst>
            <pc:docMk/>
            <pc:sldMasterMk cId="3479747959" sldId="2147483648"/>
            <ac:spMk id="5" creationId="{B450F5C6-E96C-6627-78D5-F6D4D0C81AFD}"/>
          </ac:spMkLst>
        </pc:spChg>
        <pc:spChg chg="mod">
          <ac:chgData name="AADHISESHAN K S" userId="6129a77a4435de04" providerId="LiveId" clId="{32492927-1FCC-4925-95BE-FE2363711585}" dt="2026-10-09T13:38:52.088" v="366"/>
          <ac:spMkLst>
            <pc:docMk/>
            <pc:sldMasterMk cId="3479747959" sldId="2147483648"/>
            <ac:spMk id="6" creationId="{EB9AD9C9-2D10-3486-EEA8-C18725D98807}"/>
          </ac:spMkLst>
        </pc:spChg>
        <pc:sldLayoutChg chg="modSp">
          <pc:chgData name="AADHISESHAN K S" userId="6129a77a4435de04" providerId="LiveId" clId="{32492927-1FCC-4925-95BE-FE2363711585}" dt="2026-10-09T13:38:52.088" v="366"/>
          <pc:sldLayoutMkLst>
            <pc:docMk/>
            <pc:sldMasterMk cId="3479747959" sldId="2147483648"/>
            <pc:sldLayoutMk cId="790078922" sldId="2147483649"/>
          </pc:sldLayoutMkLst>
          <pc:spChg chg="mod">
            <ac:chgData name="AADHISESHAN K S" userId="6129a77a4435de04" providerId="LiveId" clId="{32492927-1FCC-4925-95BE-FE2363711585}" dt="2026-10-09T13:38:52.088" v="366"/>
            <ac:spMkLst>
              <pc:docMk/>
              <pc:sldMasterMk cId="3479747959" sldId="2147483648"/>
              <pc:sldLayoutMk cId="790078922" sldId="2147483649"/>
              <ac:spMk id="2" creationId="{E66B8162-3D93-79EF-310B-4AF4F087BFB0}"/>
            </ac:spMkLst>
          </pc:spChg>
          <pc:spChg chg="mod">
            <ac:chgData name="AADHISESHAN K S" userId="6129a77a4435de04" providerId="LiveId" clId="{32492927-1FCC-4925-95BE-FE2363711585}" dt="2026-10-09T13:38:52.088" v="366"/>
            <ac:spMkLst>
              <pc:docMk/>
              <pc:sldMasterMk cId="3479747959" sldId="2147483648"/>
              <pc:sldLayoutMk cId="790078922" sldId="2147483649"/>
              <ac:spMk id="3" creationId="{2BD039E6-B100-EC5B-17A5-16718577BB80}"/>
            </ac:spMkLst>
          </pc:spChg>
        </pc:sldLayoutChg>
        <pc:sldLayoutChg chg="modSp">
          <pc:chgData name="AADHISESHAN K S" userId="6129a77a4435de04" providerId="LiveId" clId="{32492927-1FCC-4925-95BE-FE2363711585}" dt="2026-10-09T13:38:52.088" v="366"/>
          <pc:sldLayoutMkLst>
            <pc:docMk/>
            <pc:sldMasterMk cId="3479747959" sldId="2147483648"/>
            <pc:sldLayoutMk cId="4263204709" sldId="2147483651"/>
          </pc:sldLayoutMkLst>
          <pc:spChg chg="mod">
            <ac:chgData name="AADHISESHAN K S" userId="6129a77a4435de04" providerId="LiveId" clId="{32492927-1FCC-4925-95BE-FE2363711585}" dt="2026-10-09T13:38:52.088" v="366"/>
            <ac:spMkLst>
              <pc:docMk/>
              <pc:sldMasterMk cId="3479747959" sldId="2147483648"/>
              <pc:sldLayoutMk cId="4263204709" sldId="2147483651"/>
              <ac:spMk id="2" creationId="{3644F6C2-F036-8618-C2CC-FEAD36B3ECB1}"/>
            </ac:spMkLst>
          </pc:spChg>
          <pc:spChg chg="mod">
            <ac:chgData name="AADHISESHAN K S" userId="6129a77a4435de04" providerId="LiveId" clId="{32492927-1FCC-4925-95BE-FE2363711585}" dt="2026-10-09T13:38:52.088" v="366"/>
            <ac:spMkLst>
              <pc:docMk/>
              <pc:sldMasterMk cId="3479747959" sldId="2147483648"/>
              <pc:sldLayoutMk cId="4263204709" sldId="2147483651"/>
              <ac:spMk id="3" creationId="{1141C5AE-AC69-9BCA-304D-B0A68BF58FEF}"/>
            </ac:spMkLst>
          </pc:spChg>
        </pc:sldLayoutChg>
        <pc:sldLayoutChg chg="modSp">
          <pc:chgData name="AADHISESHAN K S" userId="6129a77a4435de04" providerId="LiveId" clId="{32492927-1FCC-4925-95BE-FE2363711585}" dt="2026-10-09T13:38:52.088" v="366"/>
          <pc:sldLayoutMkLst>
            <pc:docMk/>
            <pc:sldMasterMk cId="3479747959" sldId="2147483648"/>
            <pc:sldLayoutMk cId="2343602343" sldId="2147483652"/>
          </pc:sldLayoutMkLst>
          <pc:spChg chg="mod">
            <ac:chgData name="AADHISESHAN K S" userId="6129a77a4435de04" providerId="LiveId" clId="{32492927-1FCC-4925-95BE-FE2363711585}" dt="2026-10-09T13:38:52.088" v="366"/>
            <ac:spMkLst>
              <pc:docMk/>
              <pc:sldMasterMk cId="3479747959" sldId="2147483648"/>
              <pc:sldLayoutMk cId="2343602343" sldId="2147483652"/>
              <ac:spMk id="3" creationId="{8741D175-A52B-BB7E-257A-5CADE79B7CA7}"/>
            </ac:spMkLst>
          </pc:spChg>
          <pc:spChg chg="mod">
            <ac:chgData name="AADHISESHAN K S" userId="6129a77a4435de04" providerId="LiveId" clId="{32492927-1FCC-4925-95BE-FE2363711585}" dt="2026-10-09T13:38:52.088" v="366"/>
            <ac:spMkLst>
              <pc:docMk/>
              <pc:sldMasterMk cId="3479747959" sldId="2147483648"/>
              <pc:sldLayoutMk cId="2343602343" sldId="2147483652"/>
              <ac:spMk id="4" creationId="{5C5C19F8-90C4-F601-9A48-763A93D6B6D1}"/>
            </ac:spMkLst>
          </pc:spChg>
        </pc:sldLayoutChg>
        <pc:sldLayoutChg chg="modSp">
          <pc:chgData name="AADHISESHAN K S" userId="6129a77a4435de04" providerId="LiveId" clId="{32492927-1FCC-4925-95BE-FE2363711585}" dt="2026-10-09T13:38:52.088" v="366"/>
          <pc:sldLayoutMkLst>
            <pc:docMk/>
            <pc:sldMasterMk cId="3479747959" sldId="2147483648"/>
            <pc:sldLayoutMk cId="1083236781" sldId="2147483653"/>
          </pc:sldLayoutMkLst>
          <pc:spChg chg="mod">
            <ac:chgData name="AADHISESHAN K S" userId="6129a77a4435de04" providerId="LiveId" clId="{32492927-1FCC-4925-95BE-FE2363711585}" dt="2026-10-09T13:38:52.088" v="366"/>
            <ac:spMkLst>
              <pc:docMk/>
              <pc:sldMasterMk cId="3479747959" sldId="2147483648"/>
              <pc:sldLayoutMk cId="1083236781" sldId="2147483653"/>
              <ac:spMk id="2" creationId="{5DECD9A7-C40B-9CCA-6EFA-F2B7CB47C021}"/>
            </ac:spMkLst>
          </pc:spChg>
          <pc:spChg chg="mod">
            <ac:chgData name="AADHISESHAN K S" userId="6129a77a4435de04" providerId="LiveId" clId="{32492927-1FCC-4925-95BE-FE2363711585}" dt="2026-10-09T13:38:52.088" v="366"/>
            <ac:spMkLst>
              <pc:docMk/>
              <pc:sldMasterMk cId="3479747959" sldId="2147483648"/>
              <pc:sldLayoutMk cId="1083236781" sldId="2147483653"/>
              <ac:spMk id="3" creationId="{A88CB6A8-98CA-D5FB-0802-278465FB6C62}"/>
            </ac:spMkLst>
          </pc:spChg>
          <pc:spChg chg="mod">
            <ac:chgData name="AADHISESHAN K S" userId="6129a77a4435de04" providerId="LiveId" clId="{32492927-1FCC-4925-95BE-FE2363711585}" dt="2026-10-09T13:38:52.088" v="366"/>
            <ac:spMkLst>
              <pc:docMk/>
              <pc:sldMasterMk cId="3479747959" sldId="2147483648"/>
              <pc:sldLayoutMk cId="1083236781" sldId="2147483653"/>
              <ac:spMk id="4" creationId="{D76DE047-A97F-ADA7-3271-4E8F53CD8CA4}"/>
            </ac:spMkLst>
          </pc:spChg>
          <pc:spChg chg="mod">
            <ac:chgData name="AADHISESHAN K S" userId="6129a77a4435de04" providerId="LiveId" clId="{32492927-1FCC-4925-95BE-FE2363711585}" dt="2026-10-09T13:38:52.088" v="366"/>
            <ac:spMkLst>
              <pc:docMk/>
              <pc:sldMasterMk cId="3479747959" sldId="2147483648"/>
              <pc:sldLayoutMk cId="1083236781" sldId="2147483653"/>
              <ac:spMk id="5" creationId="{37CF3299-BECA-DFFF-48EB-5655405F707A}"/>
            </ac:spMkLst>
          </pc:spChg>
          <pc:spChg chg="mod">
            <ac:chgData name="AADHISESHAN K S" userId="6129a77a4435de04" providerId="LiveId" clId="{32492927-1FCC-4925-95BE-FE2363711585}" dt="2026-10-09T13:38:52.088" v="366"/>
            <ac:spMkLst>
              <pc:docMk/>
              <pc:sldMasterMk cId="3479747959" sldId="2147483648"/>
              <pc:sldLayoutMk cId="1083236781" sldId="2147483653"/>
              <ac:spMk id="6" creationId="{451A4E36-5336-A49D-DA57-F8704F185CA7}"/>
            </ac:spMkLst>
          </pc:spChg>
        </pc:sldLayoutChg>
        <pc:sldLayoutChg chg="modSp">
          <pc:chgData name="AADHISESHAN K S" userId="6129a77a4435de04" providerId="LiveId" clId="{32492927-1FCC-4925-95BE-FE2363711585}" dt="2026-10-09T13:38:52.088" v="366"/>
          <pc:sldLayoutMkLst>
            <pc:docMk/>
            <pc:sldMasterMk cId="3479747959" sldId="2147483648"/>
            <pc:sldLayoutMk cId="4021948396" sldId="2147483656"/>
          </pc:sldLayoutMkLst>
          <pc:spChg chg="mod">
            <ac:chgData name="AADHISESHAN K S" userId="6129a77a4435de04" providerId="LiveId" clId="{32492927-1FCC-4925-95BE-FE2363711585}" dt="2026-10-09T13:38:52.088" v="366"/>
            <ac:spMkLst>
              <pc:docMk/>
              <pc:sldMasterMk cId="3479747959" sldId="2147483648"/>
              <pc:sldLayoutMk cId="4021948396" sldId="2147483656"/>
              <ac:spMk id="2" creationId="{C0BEE017-B751-3767-9178-506F72E0812B}"/>
            </ac:spMkLst>
          </pc:spChg>
          <pc:spChg chg="mod">
            <ac:chgData name="AADHISESHAN K S" userId="6129a77a4435de04" providerId="LiveId" clId="{32492927-1FCC-4925-95BE-FE2363711585}" dt="2026-10-09T13:38:52.088" v="366"/>
            <ac:spMkLst>
              <pc:docMk/>
              <pc:sldMasterMk cId="3479747959" sldId="2147483648"/>
              <pc:sldLayoutMk cId="4021948396" sldId="2147483656"/>
              <ac:spMk id="3" creationId="{5BAEFFD0-B28E-8FA2-10EF-49FE84FBB3DD}"/>
            </ac:spMkLst>
          </pc:spChg>
          <pc:spChg chg="mod">
            <ac:chgData name="AADHISESHAN K S" userId="6129a77a4435de04" providerId="LiveId" clId="{32492927-1FCC-4925-95BE-FE2363711585}" dt="2026-10-09T13:38:52.088" v="366"/>
            <ac:spMkLst>
              <pc:docMk/>
              <pc:sldMasterMk cId="3479747959" sldId="2147483648"/>
              <pc:sldLayoutMk cId="4021948396" sldId="2147483656"/>
              <ac:spMk id="4" creationId="{055AADC7-1C97-3CC4-EE6A-418130FC3C8D}"/>
            </ac:spMkLst>
          </pc:spChg>
        </pc:sldLayoutChg>
        <pc:sldLayoutChg chg="modSp">
          <pc:chgData name="AADHISESHAN K S" userId="6129a77a4435de04" providerId="LiveId" clId="{32492927-1FCC-4925-95BE-FE2363711585}" dt="2026-10-09T13:38:52.088" v="366"/>
          <pc:sldLayoutMkLst>
            <pc:docMk/>
            <pc:sldMasterMk cId="3479747959" sldId="2147483648"/>
            <pc:sldLayoutMk cId="3394439863" sldId="2147483657"/>
          </pc:sldLayoutMkLst>
          <pc:spChg chg="mod">
            <ac:chgData name="AADHISESHAN K S" userId="6129a77a4435de04" providerId="LiveId" clId="{32492927-1FCC-4925-95BE-FE2363711585}" dt="2026-10-09T13:38:52.088" v="366"/>
            <ac:spMkLst>
              <pc:docMk/>
              <pc:sldMasterMk cId="3479747959" sldId="2147483648"/>
              <pc:sldLayoutMk cId="3394439863" sldId="2147483657"/>
              <ac:spMk id="2" creationId="{2C451C1E-D9B9-77FB-593B-A29AC0BE8676}"/>
            </ac:spMkLst>
          </pc:spChg>
          <pc:spChg chg="mod">
            <ac:chgData name="AADHISESHAN K S" userId="6129a77a4435de04" providerId="LiveId" clId="{32492927-1FCC-4925-95BE-FE2363711585}" dt="2026-10-09T13:38:52.088" v="366"/>
            <ac:spMkLst>
              <pc:docMk/>
              <pc:sldMasterMk cId="3479747959" sldId="2147483648"/>
              <pc:sldLayoutMk cId="3394439863" sldId="2147483657"/>
              <ac:spMk id="3" creationId="{BD39BC5B-4FD9-862A-7E52-F8A2C53919C9}"/>
            </ac:spMkLst>
          </pc:spChg>
          <pc:spChg chg="mod">
            <ac:chgData name="AADHISESHAN K S" userId="6129a77a4435de04" providerId="LiveId" clId="{32492927-1FCC-4925-95BE-FE2363711585}" dt="2026-10-09T13:38:52.088" v="366"/>
            <ac:spMkLst>
              <pc:docMk/>
              <pc:sldMasterMk cId="3479747959" sldId="2147483648"/>
              <pc:sldLayoutMk cId="3394439863" sldId="2147483657"/>
              <ac:spMk id="4" creationId="{69EA862C-EE91-6F63-82C5-E528F8470B55}"/>
            </ac:spMkLst>
          </pc:spChg>
        </pc:sldLayoutChg>
        <pc:sldLayoutChg chg="modSp">
          <pc:chgData name="AADHISESHAN K S" userId="6129a77a4435de04" providerId="LiveId" clId="{32492927-1FCC-4925-95BE-FE2363711585}" dt="2026-10-09T13:38:52.088" v="366"/>
          <pc:sldLayoutMkLst>
            <pc:docMk/>
            <pc:sldMasterMk cId="3479747959" sldId="2147483648"/>
            <pc:sldLayoutMk cId="478958914" sldId="2147483659"/>
          </pc:sldLayoutMkLst>
          <pc:spChg chg="mod">
            <ac:chgData name="AADHISESHAN K S" userId="6129a77a4435de04" providerId="LiveId" clId="{32492927-1FCC-4925-95BE-FE2363711585}" dt="2026-10-09T13:38:52.088" v="366"/>
            <ac:spMkLst>
              <pc:docMk/>
              <pc:sldMasterMk cId="3479747959" sldId="2147483648"/>
              <pc:sldLayoutMk cId="478958914" sldId="2147483659"/>
              <ac:spMk id="2" creationId="{161E0A74-EFC5-E079-270A-916795FB64FB}"/>
            </ac:spMkLst>
          </pc:spChg>
          <pc:spChg chg="mod">
            <ac:chgData name="AADHISESHAN K S" userId="6129a77a4435de04" providerId="LiveId" clId="{32492927-1FCC-4925-95BE-FE2363711585}" dt="2026-10-09T13:38:52.088" v="366"/>
            <ac:spMkLst>
              <pc:docMk/>
              <pc:sldMasterMk cId="3479747959" sldId="2147483648"/>
              <pc:sldLayoutMk cId="478958914" sldId="2147483659"/>
              <ac:spMk id="3" creationId="{229BDD6D-B656-AF19-B56C-18B2FB24A333}"/>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BB2CBE-64A3-43F0-87C3-17E32B859AF6}" type="datetimeFigureOut">
              <a:rPr lang="en-IN" smtClean="0"/>
              <a:t>12-10-2026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7C6210C-CD4A-439A-837F-9C616EEE0F07}" type="slidenum">
              <a:rPr lang="en-IN" smtClean="0"/>
              <a:t>‹#›</a:t>
            </a:fld>
            <a:endParaRPr lang="en-IN"/>
          </a:p>
        </p:txBody>
      </p:sp>
    </p:spTree>
    <p:extLst>
      <p:ext uri="{BB962C8B-B14F-4D97-AF65-F5344CB8AC3E}">
        <p14:creationId xmlns:p14="http://schemas.microsoft.com/office/powerpoint/2010/main" val="42860220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6B8162-3D93-79EF-310B-4AF4F087BFB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2BD039E6-B100-EC5B-17A5-16718577BB80}"/>
              </a:ext>
            </a:extLst>
          </p:cNvPr>
          <p:cNvSpPr>
            <a:spLocks noGrp="1"/>
          </p:cNvSpPr>
          <p:nvPr>
            <p:ph type="subTitle" idx="1"/>
          </p:nvPr>
        </p:nvSpPr>
        <p:spPr>
          <a:xfrm>
            <a:off x="1524000" y="3602038"/>
            <a:ext cx="9144000" cy="1655762"/>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7F64862C-7C07-1F17-1D90-89BE4D8E9053}"/>
              </a:ext>
            </a:extLst>
          </p:cNvPr>
          <p:cNvSpPr>
            <a:spLocks noGrp="1"/>
          </p:cNvSpPr>
          <p:nvPr>
            <p:ph type="dt" sz="half" idx="10"/>
          </p:nvPr>
        </p:nvSpPr>
        <p:spPr/>
        <p:txBody>
          <a:bodyPr/>
          <a:lstStyle/>
          <a:p>
            <a:fld id="{8094039B-BF02-4170-AE44-5AD462AC7AC7}" type="datetime1">
              <a:rPr lang="en-IN" smtClean="0"/>
              <a:t>12-10-2026</a:t>
            </a:fld>
            <a:endParaRPr lang="en-IN"/>
          </a:p>
        </p:txBody>
      </p:sp>
      <p:sp>
        <p:nvSpPr>
          <p:cNvPr id="5" name="Footer Placeholder 4">
            <a:extLst>
              <a:ext uri="{FF2B5EF4-FFF2-40B4-BE49-F238E27FC236}">
                <a16:creationId xmlns:a16="http://schemas.microsoft.com/office/drawing/2014/main" id="{2A7EFD80-B83C-7C61-7FCF-A4DBBF99709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E5B3C75-9AB8-7E5E-4C7F-9599780AB2ED}"/>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7900789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35DDAE-AEB2-86F4-6C96-7051489AC96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C4BD0C64-2EA4-D307-9E44-ECDBBA0949C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4DFA325-077F-FBC3-6220-8D04F1D30DCC}"/>
              </a:ext>
            </a:extLst>
          </p:cNvPr>
          <p:cNvSpPr>
            <a:spLocks noGrp="1"/>
          </p:cNvSpPr>
          <p:nvPr>
            <p:ph type="dt" sz="half" idx="10"/>
          </p:nvPr>
        </p:nvSpPr>
        <p:spPr/>
        <p:txBody>
          <a:bodyPr/>
          <a:lstStyle/>
          <a:p>
            <a:fld id="{7B6FC1C8-A71A-40BB-B721-A12694F35B20}" type="datetime1">
              <a:rPr lang="en-IN" smtClean="0"/>
              <a:t>12-10-2026</a:t>
            </a:fld>
            <a:endParaRPr lang="en-IN"/>
          </a:p>
        </p:txBody>
      </p:sp>
      <p:sp>
        <p:nvSpPr>
          <p:cNvPr id="5" name="Footer Placeholder 4">
            <a:extLst>
              <a:ext uri="{FF2B5EF4-FFF2-40B4-BE49-F238E27FC236}">
                <a16:creationId xmlns:a16="http://schemas.microsoft.com/office/drawing/2014/main" id="{CB2A599A-534B-072A-0A60-2B3C76A984B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4D0D95D-2A7D-1412-6192-FDD7F2A52C59}"/>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33428510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4F6C2-F036-8618-C2CC-FEAD36B3ECB1}"/>
              </a:ext>
            </a:extLst>
          </p:cNvPr>
          <p:cNvSpPr>
            <a:spLocks noGrp="1"/>
          </p:cNvSpPr>
          <p:nvPr>
            <p:ph type="title"/>
          </p:nvPr>
        </p:nvSpPr>
        <p:spPr>
          <a:xfrm>
            <a:off x="831851" y="1709740"/>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1141C5AE-AC69-9BCA-304D-B0A68BF58FEF}"/>
              </a:ext>
            </a:extLst>
          </p:cNvPr>
          <p:cNvSpPr>
            <a:spLocks noGrp="1"/>
          </p:cNvSpPr>
          <p:nvPr>
            <p:ph type="body" idx="1"/>
          </p:nvPr>
        </p:nvSpPr>
        <p:spPr>
          <a:xfrm>
            <a:off x="831851" y="4589465"/>
            <a:ext cx="10515600" cy="1500187"/>
          </a:xfrm>
        </p:spPr>
        <p:txBody>
          <a:bodyPr/>
          <a:lstStyle>
            <a:lvl1pPr marL="0" indent="0">
              <a:buNone/>
              <a:defRPr sz="2400">
                <a:solidFill>
                  <a:schemeClr val="tx1">
                    <a:tint val="82000"/>
                  </a:schemeClr>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FF7B85-EA56-1510-A1DC-3E94CF1385FA}"/>
              </a:ext>
            </a:extLst>
          </p:cNvPr>
          <p:cNvSpPr>
            <a:spLocks noGrp="1"/>
          </p:cNvSpPr>
          <p:nvPr>
            <p:ph type="dt" sz="half" idx="10"/>
          </p:nvPr>
        </p:nvSpPr>
        <p:spPr/>
        <p:txBody>
          <a:bodyPr/>
          <a:lstStyle/>
          <a:p>
            <a:fld id="{35C2D3A6-4DE5-4EE9-85B7-61A59769DDD2}" type="datetime1">
              <a:rPr lang="en-IN" smtClean="0"/>
              <a:t>12-10-2026</a:t>
            </a:fld>
            <a:endParaRPr lang="en-IN"/>
          </a:p>
        </p:txBody>
      </p:sp>
      <p:sp>
        <p:nvSpPr>
          <p:cNvPr id="5" name="Footer Placeholder 4">
            <a:extLst>
              <a:ext uri="{FF2B5EF4-FFF2-40B4-BE49-F238E27FC236}">
                <a16:creationId xmlns:a16="http://schemas.microsoft.com/office/drawing/2014/main" id="{F5EFDB72-EAFB-A7C2-11BD-DF66E4D00EC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B22F9F7-1B11-0298-D88D-E07954921E51}"/>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42632047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B01FC9-53F7-CCBF-0680-DA323ADEE301}"/>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741D175-A52B-BB7E-257A-5CADE79B7CA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5C5C19F8-90C4-F601-9A48-763A93D6B6D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3ECAA714-713F-B1AB-504E-AD2A718BC118}"/>
              </a:ext>
            </a:extLst>
          </p:cNvPr>
          <p:cNvSpPr>
            <a:spLocks noGrp="1"/>
          </p:cNvSpPr>
          <p:nvPr>
            <p:ph type="dt" sz="half" idx="10"/>
          </p:nvPr>
        </p:nvSpPr>
        <p:spPr/>
        <p:txBody>
          <a:bodyPr/>
          <a:lstStyle/>
          <a:p>
            <a:fld id="{553CB104-A90A-4EA3-A68C-18343D9C74DA}" type="datetime1">
              <a:rPr lang="en-IN" smtClean="0"/>
              <a:t>12-10-2026</a:t>
            </a:fld>
            <a:endParaRPr lang="en-IN"/>
          </a:p>
        </p:txBody>
      </p:sp>
      <p:sp>
        <p:nvSpPr>
          <p:cNvPr id="6" name="Footer Placeholder 5">
            <a:extLst>
              <a:ext uri="{FF2B5EF4-FFF2-40B4-BE49-F238E27FC236}">
                <a16:creationId xmlns:a16="http://schemas.microsoft.com/office/drawing/2014/main" id="{2835B7D7-4C7B-FDC7-61DA-DC8D8124085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B25E110-468D-770B-F22C-DAA1399E88CD}"/>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23436023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ECD9A7-C40B-9CCA-6EFA-F2B7CB47C021}"/>
              </a:ext>
            </a:extLst>
          </p:cNvPr>
          <p:cNvSpPr>
            <a:spLocks noGrp="1"/>
          </p:cNvSpPr>
          <p:nvPr>
            <p:ph type="title"/>
          </p:nvPr>
        </p:nvSpPr>
        <p:spPr>
          <a:xfrm>
            <a:off x="839788" y="365127"/>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88CB6A8-98CA-D5FB-0802-278465FB6C62}"/>
              </a:ext>
            </a:extLst>
          </p:cNvPr>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6DE047-A97F-ADA7-3271-4E8F53CD8CA4}"/>
              </a:ext>
            </a:extLst>
          </p:cNvPr>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37CF3299-BECA-DFFF-48EB-5655405F707A}"/>
              </a:ext>
            </a:extLst>
          </p:cNvPr>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51A4E36-5336-A49D-DA57-F8704F185CA7}"/>
              </a:ext>
            </a:extLst>
          </p:cNvPr>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F7A1044B-DCE7-0A68-1567-56B9CF898456}"/>
              </a:ext>
            </a:extLst>
          </p:cNvPr>
          <p:cNvSpPr>
            <a:spLocks noGrp="1"/>
          </p:cNvSpPr>
          <p:nvPr>
            <p:ph type="dt" sz="half" idx="10"/>
          </p:nvPr>
        </p:nvSpPr>
        <p:spPr/>
        <p:txBody>
          <a:bodyPr/>
          <a:lstStyle/>
          <a:p>
            <a:fld id="{040EE107-572A-4A20-A511-F981A25429CB}" type="datetime1">
              <a:rPr lang="en-IN" smtClean="0"/>
              <a:t>12-10-2026</a:t>
            </a:fld>
            <a:endParaRPr lang="en-IN"/>
          </a:p>
        </p:txBody>
      </p:sp>
      <p:sp>
        <p:nvSpPr>
          <p:cNvPr id="8" name="Footer Placeholder 7">
            <a:extLst>
              <a:ext uri="{FF2B5EF4-FFF2-40B4-BE49-F238E27FC236}">
                <a16:creationId xmlns:a16="http://schemas.microsoft.com/office/drawing/2014/main" id="{364A9B0D-84DB-6611-B810-DFC4C8775BD2}"/>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E0AE302B-F34E-62D3-B5CA-389DCA9308E4}"/>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10832367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B145C-EEEB-174C-9887-9FCAD554383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E7270D46-12BE-F0F7-D586-64914DE21EA4}"/>
              </a:ext>
            </a:extLst>
          </p:cNvPr>
          <p:cNvSpPr>
            <a:spLocks noGrp="1"/>
          </p:cNvSpPr>
          <p:nvPr>
            <p:ph type="dt" sz="half" idx="10"/>
          </p:nvPr>
        </p:nvSpPr>
        <p:spPr/>
        <p:txBody>
          <a:bodyPr/>
          <a:lstStyle/>
          <a:p>
            <a:fld id="{2FD92AED-89A1-4F5F-9479-FC918250B2C1}" type="datetime1">
              <a:rPr lang="en-IN" smtClean="0"/>
              <a:t>12-10-2026</a:t>
            </a:fld>
            <a:endParaRPr lang="en-IN"/>
          </a:p>
        </p:txBody>
      </p:sp>
      <p:sp>
        <p:nvSpPr>
          <p:cNvPr id="4" name="Footer Placeholder 3">
            <a:extLst>
              <a:ext uri="{FF2B5EF4-FFF2-40B4-BE49-F238E27FC236}">
                <a16:creationId xmlns:a16="http://schemas.microsoft.com/office/drawing/2014/main" id="{E02128BC-A221-0896-7AF3-CE46ABBA22CC}"/>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959A700D-6CE2-390A-6EA3-4F4123FDD156}"/>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29968798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2EC98EF-35D8-51B5-D769-675E3950DC1F}"/>
              </a:ext>
            </a:extLst>
          </p:cNvPr>
          <p:cNvSpPr>
            <a:spLocks noGrp="1"/>
          </p:cNvSpPr>
          <p:nvPr>
            <p:ph type="dt" sz="half" idx="10"/>
          </p:nvPr>
        </p:nvSpPr>
        <p:spPr/>
        <p:txBody>
          <a:bodyPr/>
          <a:lstStyle/>
          <a:p>
            <a:fld id="{9CE175EF-9BDC-4DCD-9F4D-8C9D65EB56AC}" type="datetime1">
              <a:rPr lang="en-IN" smtClean="0"/>
              <a:t>12-10-2026</a:t>
            </a:fld>
            <a:endParaRPr lang="en-IN"/>
          </a:p>
        </p:txBody>
      </p:sp>
      <p:sp>
        <p:nvSpPr>
          <p:cNvPr id="3" name="Footer Placeholder 2">
            <a:extLst>
              <a:ext uri="{FF2B5EF4-FFF2-40B4-BE49-F238E27FC236}">
                <a16:creationId xmlns:a16="http://schemas.microsoft.com/office/drawing/2014/main" id="{985832CD-0D56-FF23-3817-C4687C867437}"/>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A61AC680-4693-35E8-19EC-C5C1180F4DEF}"/>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10401949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BEE017-B751-3767-9178-506F72E081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5BAEFFD0-B28E-8FA2-10EF-49FE84FBB3DD}"/>
              </a:ext>
            </a:extLst>
          </p:cNvPr>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055AADC7-1C97-3CC4-EE6A-418130FC3C8D}"/>
              </a:ext>
            </a:extLst>
          </p:cNvPr>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B5D7CB7-DA9F-1719-76BA-456AE58A03E8}"/>
              </a:ext>
            </a:extLst>
          </p:cNvPr>
          <p:cNvSpPr>
            <a:spLocks noGrp="1"/>
          </p:cNvSpPr>
          <p:nvPr>
            <p:ph type="dt" sz="half" idx="10"/>
          </p:nvPr>
        </p:nvSpPr>
        <p:spPr/>
        <p:txBody>
          <a:bodyPr/>
          <a:lstStyle/>
          <a:p>
            <a:fld id="{6E473944-0057-4DD0-8F36-19984279AC06}" type="datetime1">
              <a:rPr lang="en-IN" smtClean="0"/>
              <a:t>12-10-2026</a:t>
            </a:fld>
            <a:endParaRPr lang="en-IN"/>
          </a:p>
        </p:txBody>
      </p:sp>
      <p:sp>
        <p:nvSpPr>
          <p:cNvPr id="6" name="Footer Placeholder 5">
            <a:extLst>
              <a:ext uri="{FF2B5EF4-FFF2-40B4-BE49-F238E27FC236}">
                <a16:creationId xmlns:a16="http://schemas.microsoft.com/office/drawing/2014/main" id="{6AFC4ED2-23D2-6DC9-C3A7-0892A74CE7E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3D22E5D-4526-0A23-73A0-241DF6EE1599}"/>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40219483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451C1E-D9B9-77FB-593B-A29AC0BE867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BD39BC5B-4FD9-862A-7E52-F8A2C53919C9}"/>
              </a:ext>
            </a:extLst>
          </p:cNvPr>
          <p:cNvSpPr>
            <a:spLocks noGrp="1" noChangeAspect="1"/>
          </p:cNvSpPr>
          <p:nvPr>
            <p:ph type="pic" idx="1"/>
          </p:nvPr>
        </p:nvSpPr>
        <p:spPr>
          <a:xfrm>
            <a:off x="5183188" y="987427"/>
            <a:ext cx="6172200" cy="4873625"/>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IN"/>
          </a:p>
        </p:txBody>
      </p:sp>
      <p:sp>
        <p:nvSpPr>
          <p:cNvPr id="4" name="Text Placeholder 3">
            <a:extLst>
              <a:ext uri="{FF2B5EF4-FFF2-40B4-BE49-F238E27FC236}">
                <a16:creationId xmlns:a16="http://schemas.microsoft.com/office/drawing/2014/main" id="{69EA862C-EE91-6F63-82C5-E528F8470B55}"/>
              </a:ext>
            </a:extLst>
          </p:cNvPr>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0219C66-8632-6473-C7CD-36A90A89F76B}"/>
              </a:ext>
            </a:extLst>
          </p:cNvPr>
          <p:cNvSpPr>
            <a:spLocks noGrp="1"/>
          </p:cNvSpPr>
          <p:nvPr>
            <p:ph type="dt" sz="half" idx="10"/>
          </p:nvPr>
        </p:nvSpPr>
        <p:spPr/>
        <p:txBody>
          <a:bodyPr/>
          <a:lstStyle/>
          <a:p>
            <a:fld id="{DCB1A22E-F760-4AC2-8038-55AEFE773278}" type="datetime1">
              <a:rPr lang="en-IN" smtClean="0"/>
              <a:t>12-10-2026</a:t>
            </a:fld>
            <a:endParaRPr lang="en-IN"/>
          </a:p>
        </p:txBody>
      </p:sp>
      <p:sp>
        <p:nvSpPr>
          <p:cNvPr id="6" name="Footer Placeholder 5">
            <a:extLst>
              <a:ext uri="{FF2B5EF4-FFF2-40B4-BE49-F238E27FC236}">
                <a16:creationId xmlns:a16="http://schemas.microsoft.com/office/drawing/2014/main" id="{055E4B0A-66CE-45BC-9E52-514C1A19E75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087ADBA-DE34-2345-AEDA-D1CB04F28AD7}"/>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33944398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231BBC-CF88-D42B-1EBE-13CF6FC40504}"/>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6FB61DBC-77D6-F84B-B525-985D070327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7E39938-06A1-E62B-CEDF-A0BD57FF4D08}"/>
              </a:ext>
            </a:extLst>
          </p:cNvPr>
          <p:cNvSpPr>
            <a:spLocks noGrp="1"/>
          </p:cNvSpPr>
          <p:nvPr>
            <p:ph type="dt" sz="half" idx="10"/>
          </p:nvPr>
        </p:nvSpPr>
        <p:spPr/>
        <p:txBody>
          <a:bodyPr/>
          <a:lstStyle/>
          <a:p>
            <a:fld id="{65230DF2-9BBA-44DE-8136-E164558966DC}" type="datetime1">
              <a:rPr lang="en-IN" smtClean="0"/>
              <a:t>12-10-2026</a:t>
            </a:fld>
            <a:endParaRPr lang="en-IN"/>
          </a:p>
        </p:txBody>
      </p:sp>
      <p:sp>
        <p:nvSpPr>
          <p:cNvPr id="5" name="Footer Placeholder 4">
            <a:extLst>
              <a:ext uri="{FF2B5EF4-FFF2-40B4-BE49-F238E27FC236}">
                <a16:creationId xmlns:a16="http://schemas.microsoft.com/office/drawing/2014/main" id="{9765E946-24C4-B8BC-8CA1-332E377A9D5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8CB5CC8-2267-22AC-FDE7-06090A2370A4}"/>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31333004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61E0A74-EFC5-E079-270A-916795FB64FB}"/>
              </a:ext>
            </a:extLst>
          </p:cNvPr>
          <p:cNvSpPr>
            <a:spLocks noGrp="1"/>
          </p:cNvSpPr>
          <p:nvPr>
            <p:ph type="title" orient="vert"/>
          </p:nvPr>
        </p:nvSpPr>
        <p:spPr>
          <a:xfrm>
            <a:off x="8724901"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29BDD6D-B656-AF19-B56C-18B2FB24A333}"/>
              </a:ext>
            </a:extLst>
          </p:cNvPr>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4A478F7-8BC9-C899-FF95-BC518D315C87}"/>
              </a:ext>
            </a:extLst>
          </p:cNvPr>
          <p:cNvSpPr>
            <a:spLocks noGrp="1"/>
          </p:cNvSpPr>
          <p:nvPr>
            <p:ph type="dt" sz="half" idx="10"/>
          </p:nvPr>
        </p:nvSpPr>
        <p:spPr/>
        <p:txBody>
          <a:bodyPr/>
          <a:lstStyle/>
          <a:p>
            <a:fld id="{5F6B39F1-4FAC-45E1-B1BE-7D93455FFEC5}" type="datetime1">
              <a:rPr lang="en-IN" smtClean="0"/>
              <a:t>12-10-2026</a:t>
            </a:fld>
            <a:endParaRPr lang="en-IN"/>
          </a:p>
        </p:txBody>
      </p:sp>
      <p:sp>
        <p:nvSpPr>
          <p:cNvPr id="5" name="Footer Placeholder 4">
            <a:extLst>
              <a:ext uri="{FF2B5EF4-FFF2-40B4-BE49-F238E27FC236}">
                <a16:creationId xmlns:a16="http://schemas.microsoft.com/office/drawing/2014/main" id="{191E06BD-09E5-EF4D-9DE9-B8C9E58A485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6E865C3-0B59-E9BD-2BBB-658D4FE324A7}"/>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4789589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C189B85-F31E-919D-FCEF-5D468F98A55A}"/>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09DACCEC-5F89-5D2D-B96E-4091093AD6C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CF0D0B4-9BBB-A604-09C4-B52D186355A1}"/>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F299890-DA42-439C-9CAC-6AB45EC4ECE0}" type="datetime1">
              <a:rPr lang="en-IN" smtClean="0"/>
              <a:t>12-10-2026</a:t>
            </a:fld>
            <a:endParaRPr lang="en-IN"/>
          </a:p>
        </p:txBody>
      </p:sp>
      <p:sp>
        <p:nvSpPr>
          <p:cNvPr id="5" name="Footer Placeholder 4">
            <a:extLst>
              <a:ext uri="{FF2B5EF4-FFF2-40B4-BE49-F238E27FC236}">
                <a16:creationId xmlns:a16="http://schemas.microsoft.com/office/drawing/2014/main" id="{B450F5C6-E96C-6627-78D5-F6D4D0C81AFD}"/>
              </a:ext>
            </a:extLst>
          </p:cNvPr>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EB9AD9C9-2D10-3486-EEA8-C18725D98807}"/>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F89A050-2CE8-43E2-A037-2F45FBB835B5}" type="slidenum">
              <a:rPr lang="en-IN" smtClean="0"/>
              <a:t>‹#›</a:t>
            </a:fld>
            <a:endParaRPr lang="en-IN"/>
          </a:p>
        </p:txBody>
      </p:sp>
    </p:spTree>
    <p:extLst>
      <p:ext uri="{BB962C8B-B14F-4D97-AF65-F5344CB8AC3E}">
        <p14:creationId xmlns:p14="http://schemas.microsoft.com/office/powerpoint/2010/main" val="34797479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579193-C66E-437F-EB89-C2527C3FB1BD}"/>
              </a:ext>
            </a:extLst>
          </p:cNvPr>
          <p:cNvSpPr>
            <a:spLocks noGrp="1"/>
          </p:cNvSpPr>
          <p:nvPr>
            <p:ph type="ctrTitle"/>
          </p:nvPr>
        </p:nvSpPr>
        <p:spPr>
          <a:xfrm>
            <a:off x="747045" y="2209800"/>
            <a:ext cx="10759155" cy="1300163"/>
          </a:xfrm>
        </p:spPr>
        <p:txBody>
          <a:bodyPr anchor="ctr">
            <a:noAutofit/>
          </a:bodyPr>
          <a:lstStyle/>
          <a:p>
            <a:r>
              <a:rPr lang="en-IN" sz="2400" b="1" dirty="0">
                <a:latin typeface="Times New Roman" panose="02020603050405020304" pitchFamily="18" charset="0"/>
                <a:cs typeface="Times New Roman" panose="02020603050405020304" pitchFamily="18" charset="0"/>
              </a:rPr>
              <a:t>An </a:t>
            </a:r>
            <a:r>
              <a:rPr lang="en-IN" sz="2400" b="1" dirty="0" err="1">
                <a:latin typeface="Times New Roman" panose="02020603050405020304" pitchFamily="18" charset="0"/>
                <a:cs typeface="Times New Roman" panose="02020603050405020304" pitchFamily="18" charset="0"/>
              </a:rPr>
              <a:t>Explanable</a:t>
            </a:r>
            <a:r>
              <a:rPr lang="en-IN" sz="2400" b="1" dirty="0">
                <a:latin typeface="Times New Roman" panose="02020603050405020304" pitchFamily="18" charset="0"/>
                <a:cs typeface="Times New Roman" panose="02020603050405020304" pitchFamily="18" charset="0"/>
              </a:rPr>
              <a:t> Machine Learning Framework for Diabetes Risk Prediction and Personalized Health Monitoring</a:t>
            </a:r>
          </a:p>
        </p:txBody>
      </p:sp>
      <p:sp>
        <p:nvSpPr>
          <p:cNvPr id="3" name="Subtitle 2">
            <a:extLst>
              <a:ext uri="{FF2B5EF4-FFF2-40B4-BE49-F238E27FC236}">
                <a16:creationId xmlns:a16="http://schemas.microsoft.com/office/drawing/2014/main" id="{174CB964-BB5B-0F41-C32D-B72244165195}"/>
              </a:ext>
            </a:extLst>
          </p:cNvPr>
          <p:cNvSpPr>
            <a:spLocks noGrp="1"/>
          </p:cNvSpPr>
          <p:nvPr>
            <p:ph type="subTitle" idx="1"/>
          </p:nvPr>
        </p:nvSpPr>
        <p:spPr>
          <a:xfrm>
            <a:off x="747045" y="3602037"/>
            <a:ext cx="10759155" cy="1655763"/>
          </a:xfrm>
        </p:spPr>
        <p:txBody>
          <a:bodyPr>
            <a:normAutofit fontScale="92500" lnSpcReduction="10000"/>
          </a:bodyPr>
          <a:lstStyle/>
          <a:p>
            <a:pPr algn="l"/>
            <a:r>
              <a:rPr lang="en-US" dirty="0">
                <a:latin typeface="Times New Roman" pitchFamily="18" charset="0"/>
                <a:cs typeface="Times New Roman" pitchFamily="18" charset="0"/>
              </a:rPr>
              <a:t> </a:t>
            </a:r>
          </a:p>
          <a:p>
            <a:pPr algn="l"/>
            <a:r>
              <a:rPr lang="en-US" b="1" dirty="0">
                <a:latin typeface="Times New Roman" pitchFamily="18" charset="0"/>
                <a:cs typeface="Times New Roman" pitchFamily="18" charset="0"/>
              </a:rPr>
              <a:t>Guide By                                                           </a:t>
            </a:r>
          </a:p>
          <a:p>
            <a:pPr algn="l"/>
            <a:r>
              <a:rPr lang="en-US" dirty="0">
                <a:latin typeface="Times New Roman" pitchFamily="18" charset="0"/>
                <a:cs typeface="Times New Roman" pitchFamily="18" charset="0"/>
              </a:rPr>
              <a:t>  	</a:t>
            </a:r>
            <a:r>
              <a:rPr lang="en-US" sz="2200" dirty="0" err="1">
                <a:latin typeface="Times New Roman" pitchFamily="18" charset="0"/>
                <a:cs typeface="Times New Roman" pitchFamily="18" charset="0"/>
              </a:rPr>
              <a:t>Mrs.D.SUGANTHI</a:t>
            </a:r>
            <a:r>
              <a:rPr lang="en-US" sz="2200" dirty="0">
                <a:latin typeface="Times New Roman" pitchFamily="18" charset="0"/>
                <a:cs typeface="Times New Roman" pitchFamily="18" charset="0"/>
              </a:rPr>
              <a:t>, AP/CSE     </a:t>
            </a:r>
            <a:r>
              <a:rPr lang="en-US" dirty="0">
                <a:latin typeface="Times New Roman" pitchFamily="18" charset="0"/>
                <a:cs typeface="Times New Roman" pitchFamily="18" charset="0"/>
              </a:rPr>
              <a:t>		</a:t>
            </a:r>
            <a:r>
              <a:rPr lang="en-US" b="1" dirty="0">
                <a:latin typeface="Times New Roman" pitchFamily="18" charset="0"/>
                <a:cs typeface="Times New Roman" pitchFamily="18" charset="0"/>
              </a:rPr>
              <a:t>Presented by                    </a:t>
            </a:r>
          </a:p>
          <a:p>
            <a:r>
              <a:rPr lang="en-US" dirty="0">
                <a:latin typeface="Times New Roman" pitchFamily="18" charset="0"/>
                <a:cs typeface="Times New Roman" pitchFamily="18" charset="0"/>
              </a:rPr>
              <a:t>                                                                               </a:t>
            </a:r>
            <a:r>
              <a:rPr lang="en-US" sz="2200" dirty="0">
                <a:latin typeface="Times New Roman" pitchFamily="18" charset="0"/>
                <a:cs typeface="Times New Roman" pitchFamily="18" charset="0"/>
              </a:rPr>
              <a:t>AADHISESHAN K S (731725405001) </a:t>
            </a:r>
            <a:endParaRPr lang="en-IN" sz="2200" dirty="0"/>
          </a:p>
        </p:txBody>
      </p:sp>
      <p:pic>
        <p:nvPicPr>
          <p:cNvPr id="5" name="Picture 4" descr="1200px-Anna_University_Logo.svg.png">
            <a:extLst>
              <a:ext uri="{FF2B5EF4-FFF2-40B4-BE49-F238E27FC236}">
                <a16:creationId xmlns:a16="http://schemas.microsoft.com/office/drawing/2014/main" id="{CC941C87-32AE-C201-D755-C3727A16AA98}"/>
              </a:ext>
            </a:extLst>
          </p:cNvPr>
          <p:cNvPicPr/>
          <p:nvPr/>
        </p:nvPicPr>
        <p:blipFill>
          <a:blip r:embed="rId2" cstate="print"/>
          <a:stretch>
            <a:fillRect/>
          </a:stretch>
        </p:blipFill>
        <p:spPr>
          <a:xfrm>
            <a:off x="270932" y="252116"/>
            <a:ext cx="914400" cy="990600"/>
          </a:xfrm>
          <a:prstGeom prst="rect">
            <a:avLst/>
          </a:prstGeom>
        </p:spPr>
      </p:pic>
      <p:pic>
        <p:nvPicPr>
          <p:cNvPr id="7" name="Picture 6" descr="download.jpg">
            <a:extLst>
              <a:ext uri="{FF2B5EF4-FFF2-40B4-BE49-F238E27FC236}">
                <a16:creationId xmlns:a16="http://schemas.microsoft.com/office/drawing/2014/main" id="{8EC46C4F-70BC-E3B7-A769-C0180CCB3036}"/>
              </a:ext>
            </a:extLst>
          </p:cNvPr>
          <p:cNvPicPr/>
          <p:nvPr/>
        </p:nvPicPr>
        <p:blipFill>
          <a:blip r:embed="rId3" cstate="print"/>
          <a:stretch>
            <a:fillRect/>
          </a:stretch>
        </p:blipFill>
        <p:spPr>
          <a:xfrm>
            <a:off x="11048999" y="183950"/>
            <a:ext cx="914400" cy="1126935"/>
          </a:xfrm>
          <a:prstGeom prst="rect">
            <a:avLst/>
          </a:prstGeom>
        </p:spPr>
      </p:pic>
      <p:sp>
        <p:nvSpPr>
          <p:cNvPr id="9" name="TextBox 8">
            <a:extLst>
              <a:ext uri="{FF2B5EF4-FFF2-40B4-BE49-F238E27FC236}">
                <a16:creationId xmlns:a16="http://schemas.microsoft.com/office/drawing/2014/main" id="{F69E2D69-8250-2449-DC66-70974EBF0026}"/>
              </a:ext>
            </a:extLst>
          </p:cNvPr>
          <p:cNvSpPr txBox="1"/>
          <p:nvPr/>
        </p:nvSpPr>
        <p:spPr>
          <a:xfrm>
            <a:off x="1320800" y="503074"/>
            <a:ext cx="9592733" cy="1969770"/>
          </a:xfrm>
          <a:prstGeom prst="rect">
            <a:avLst/>
          </a:prstGeom>
          <a:noFill/>
        </p:spPr>
        <p:txBody>
          <a:bodyPr wrap="square">
            <a:spAutoFit/>
          </a:bodyPr>
          <a:lstStyle/>
          <a:p>
            <a:pPr algn="ctr"/>
            <a:r>
              <a:rPr lang="en-US" sz="2800" b="1" dirty="0">
                <a:latin typeface="Times New Roman" pitchFamily="18" charset="0"/>
                <a:cs typeface="Times New Roman" pitchFamily="18" charset="0"/>
              </a:rPr>
              <a:t>M.P. NACHIMUTHU M. JAGANATHAN ENGINEERING COLLEGE, CHENNIMALAI</a:t>
            </a:r>
            <a:br>
              <a:rPr lang="en-US" sz="2400" b="1" dirty="0">
                <a:latin typeface="Times New Roman" pitchFamily="18" charset="0"/>
                <a:cs typeface="Times New Roman" pitchFamily="18" charset="0"/>
              </a:rPr>
            </a:br>
            <a:br>
              <a:rPr lang="en-US" sz="2400" b="1" dirty="0">
                <a:latin typeface="Times New Roman" pitchFamily="18" charset="0"/>
                <a:cs typeface="Times New Roman" pitchFamily="18" charset="0"/>
              </a:rPr>
            </a:br>
            <a:r>
              <a:rPr lang="en-US" sz="2400" b="1" dirty="0">
                <a:latin typeface="Times New Roman" pitchFamily="18" charset="0"/>
                <a:cs typeface="Times New Roman" pitchFamily="18" charset="0"/>
              </a:rPr>
              <a:t>DEPARTMENT OF COMPUTER SCIENCE AND ENGINEERING</a:t>
            </a:r>
            <a:br>
              <a:rPr lang="en-IN" sz="2400" b="1" dirty="0">
                <a:latin typeface="Times New Roman" pitchFamily="18" charset="0"/>
                <a:cs typeface="Times New Roman" pitchFamily="18" charset="0"/>
              </a:rPr>
            </a:br>
            <a:endParaRPr lang="en-IN" dirty="0"/>
          </a:p>
        </p:txBody>
      </p:sp>
      <p:sp>
        <p:nvSpPr>
          <p:cNvPr id="4" name="Slide Number Placeholder 3">
            <a:extLst>
              <a:ext uri="{FF2B5EF4-FFF2-40B4-BE49-F238E27FC236}">
                <a16:creationId xmlns:a16="http://schemas.microsoft.com/office/drawing/2014/main" id="{AFCC9AD7-2644-5201-113A-BA6E7E72C015}"/>
              </a:ext>
            </a:extLst>
          </p:cNvPr>
          <p:cNvSpPr>
            <a:spLocks noGrp="1"/>
          </p:cNvSpPr>
          <p:nvPr>
            <p:ph type="sldNum" sz="quarter" idx="12"/>
          </p:nvPr>
        </p:nvSpPr>
        <p:spPr/>
        <p:txBody>
          <a:bodyPr/>
          <a:lstStyle/>
          <a:p>
            <a:fld id="{3F89A050-2CE8-43E2-A037-2F45FBB835B5}" type="slidenum">
              <a:rPr lang="en-IN" smtClean="0"/>
              <a:t>1</a:t>
            </a:fld>
            <a:endParaRPr lang="en-IN"/>
          </a:p>
        </p:txBody>
      </p:sp>
    </p:spTree>
    <p:extLst>
      <p:ext uri="{BB962C8B-B14F-4D97-AF65-F5344CB8AC3E}">
        <p14:creationId xmlns:p14="http://schemas.microsoft.com/office/powerpoint/2010/main" val="24755092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658BF-3737-5429-5D69-C4E77D6D9821}"/>
              </a:ext>
            </a:extLst>
          </p:cNvPr>
          <p:cNvSpPr>
            <a:spLocks noGrp="1"/>
          </p:cNvSpPr>
          <p:nvPr>
            <p:ph type="title"/>
          </p:nvPr>
        </p:nvSpPr>
        <p:spPr>
          <a:xfrm>
            <a:off x="838200" y="178859"/>
            <a:ext cx="10515600" cy="1325563"/>
          </a:xfrm>
        </p:spPr>
        <p:txBody>
          <a:bodyPr>
            <a:normAutofit/>
          </a:bodyPr>
          <a:lstStyle/>
          <a:p>
            <a:r>
              <a:rPr lang="en-IN" sz="2800" b="1" dirty="0">
                <a:latin typeface="Times New Roman" panose="02020603050405020304" pitchFamily="18" charset="0"/>
                <a:cs typeface="Times New Roman" panose="02020603050405020304" pitchFamily="18" charset="0"/>
              </a:rPr>
              <a:t>ABSTRACT</a:t>
            </a:r>
          </a:p>
        </p:txBody>
      </p:sp>
      <p:sp>
        <p:nvSpPr>
          <p:cNvPr id="3" name="Content Placeholder 2">
            <a:extLst>
              <a:ext uri="{FF2B5EF4-FFF2-40B4-BE49-F238E27FC236}">
                <a16:creationId xmlns:a16="http://schemas.microsoft.com/office/drawing/2014/main" id="{E89832A6-7344-4265-72CE-73DDAF2A84EE}"/>
              </a:ext>
            </a:extLst>
          </p:cNvPr>
          <p:cNvSpPr>
            <a:spLocks noGrp="1"/>
          </p:cNvSpPr>
          <p:nvPr>
            <p:ph idx="1"/>
          </p:nvPr>
        </p:nvSpPr>
        <p:spPr>
          <a:xfrm>
            <a:off x="838200" y="1270002"/>
            <a:ext cx="10515600" cy="5067831"/>
          </a:xfrm>
        </p:spPr>
        <p:txBody>
          <a:bodyPr anchor="t">
            <a:normAutofit fontScale="92500" lnSpcReduction="20000"/>
          </a:bodyPr>
          <a:lstStyle/>
          <a:p>
            <a:pPr algn="just">
              <a:lnSpc>
                <a:spcPct val="150000"/>
              </a:lnSpc>
            </a:pPr>
            <a:r>
              <a:rPr lang="en-IN" sz="2000" dirty="0">
                <a:latin typeface="Times New Roman" panose="02020603050405020304" pitchFamily="18" charset="0"/>
                <a:cs typeface="Times New Roman" panose="02020603050405020304" pitchFamily="18" charset="0"/>
              </a:rPr>
              <a:t>Diabetes is a chronic metabolic disorder that requires early risk assessment and continuous health monitoring. Conventional machine learning approaches can predict diabetes risk from patient health parameters, but many systems provide limited explanations and lack personalized monitoring capabilities.</a:t>
            </a:r>
          </a:p>
          <a:p>
            <a:pPr algn="just">
              <a:lnSpc>
                <a:spcPct val="150000"/>
              </a:lnSpc>
            </a:pPr>
            <a:r>
              <a:rPr lang="en-IN" sz="2000" dirty="0">
                <a:latin typeface="Times New Roman" panose="02020603050405020304" pitchFamily="18" charset="0"/>
                <a:cs typeface="Times New Roman" panose="02020603050405020304" pitchFamily="18" charset="0"/>
              </a:rPr>
              <a:t>This project proposes an explainable machine learning framework that uses patient health data to estimate diabetes risk. Algorithms such as Logistic Regression, Random Forest, and </a:t>
            </a:r>
            <a:r>
              <a:rPr lang="en-IN" sz="2000" dirty="0" err="1">
                <a:latin typeface="Times New Roman" panose="02020603050405020304" pitchFamily="18" charset="0"/>
                <a:cs typeface="Times New Roman" panose="02020603050405020304" pitchFamily="18" charset="0"/>
              </a:rPr>
              <a:t>XGBoost</a:t>
            </a:r>
            <a:r>
              <a:rPr lang="en-IN" sz="2000" dirty="0">
                <a:latin typeface="Times New Roman" panose="02020603050405020304" pitchFamily="18" charset="0"/>
                <a:cs typeface="Times New Roman" panose="02020603050405020304" pitchFamily="18" charset="0"/>
              </a:rPr>
              <a:t> will be trained and evaluated to identify a suitable predictive model. SHAP (</a:t>
            </a:r>
            <a:r>
              <a:rPr lang="en-IN" sz="2000" dirty="0" err="1">
                <a:latin typeface="Times New Roman" panose="02020603050405020304" pitchFamily="18" charset="0"/>
                <a:cs typeface="Times New Roman" panose="02020603050405020304" pitchFamily="18" charset="0"/>
              </a:rPr>
              <a:t>SHapley</a:t>
            </a:r>
            <a:r>
              <a:rPr lang="en-IN" sz="2000" dirty="0">
                <a:latin typeface="Times New Roman" panose="02020603050405020304" pitchFamily="18" charset="0"/>
                <a:cs typeface="Times New Roman" panose="02020603050405020304" pitchFamily="18" charset="0"/>
              </a:rPr>
              <a:t> Additive </a:t>
            </a:r>
            <a:r>
              <a:rPr lang="en-IN" sz="2000" dirty="0" err="1">
                <a:latin typeface="Times New Roman" panose="02020603050405020304" pitchFamily="18" charset="0"/>
                <a:cs typeface="Times New Roman" panose="02020603050405020304" pitchFamily="18" charset="0"/>
              </a:rPr>
              <a:t>exPlanations</a:t>
            </a:r>
            <a:r>
              <a:rPr lang="en-IN" sz="2000" dirty="0">
                <a:latin typeface="Times New Roman" panose="02020603050405020304" pitchFamily="18" charset="0"/>
                <a:cs typeface="Times New Roman" panose="02020603050405020304" pitchFamily="18" charset="0"/>
              </a:rPr>
              <a:t>) will be integrated to explain the contribution of individual features to the predictions.</a:t>
            </a:r>
          </a:p>
          <a:p>
            <a:pPr algn="just">
              <a:lnSpc>
                <a:spcPct val="150000"/>
              </a:lnSpc>
            </a:pPr>
            <a:r>
              <a:rPr lang="en-IN" sz="2000" dirty="0">
                <a:latin typeface="Times New Roman" panose="02020603050405020304" pitchFamily="18" charset="0"/>
                <a:cs typeface="Times New Roman" panose="02020603050405020304" pitchFamily="18" charset="0"/>
              </a:rPr>
              <a:t>The framework will also maintain historical health measurements, visualize changes in predicted risk over time, and provide general health-monitoring information through an interactive dashboard. The objective is to develop a transparent, interpretable, and user-friendly decision-support system for diabetes risk assessment and monitoring.</a:t>
            </a:r>
          </a:p>
        </p:txBody>
      </p:sp>
      <p:sp>
        <p:nvSpPr>
          <p:cNvPr id="4" name="Slide Number Placeholder 3">
            <a:extLst>
              <a:ext uri="{FF2B5EF4-FFF2-40B4-BE49-F238E27FC236}">
                <a16:creationId xmlns:a16="http://schemas.microsoft.com/office/drawing/2014/main" id="{2F990D4F-DF8A-50CB-BED6-226533CC39E3}"/>
              </a:ext>
            </a:extLst>
          </p:cNvPr>
          <p:cNvSpPr>
            <a:spLocks noGrp="1"/>
          </p:cNvSpPr>
          <p:nvPr>
            <p:ph type="sldNum" sz="quarter" idx="12"/>
          </p:nvPr>
        </p:nvSpPr>
        <p:spPr/>
        <p:txBody>
          <a:bodyPr/>
          <a:lstStyle/>
          <a:p>
            <a:fld id="{3F89A050-2CE8-43E2-A037-2F45FBB835B5}" type="slidenum">
              <a:rPr lang="en-IN" smtClean="0"/>
              <a:t>2</a:t>
            </a:fld>
            <a:endParaRPr lang="en-IN"/>
          </a:p>
        </p:txBody>
      </p:sp>
    </p:spTree>
    <p:extLst>
      <p:ext uri="{BB962C8B-B14F-4D97-AF65-F5344CB8AC3E}">
        <p14:creationId xmlns:p14="http://schemas.microsoft.com/office/powerpoint/2010/main" val="10899470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BD5EC-AA4E-D99F-C598-F2563D1B09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390D42-899B-3799-DEBB-A419B544286A}"/>
              </a:ext>
            </a:extLst>
          </p:cNvPr>
          <p:cNvSpPr>
            <a:spLocks noGrp="1"/>
          </p:cNvSpPr>
          <p:nvPr>
            <p:ph type="title"/>
          </p:nvPr>
        </p:nvSpPr>
        <p:spPr>
          <a:xfrm>
            <a:off x="838200" y="178859"/>
            <a:ext cx="10515600" cy="1325563"/>
          </a:xfrm>
        </p:spPr>
        <p:txBody>
          <a:bodyPr>
            <a:normAutofit/>
          </a:bodyPr>
          <a:lstStyle/>
          <a:p>
            <a:r>
              <a:rPr lang="en-IN" sz="2800" b="1" dirty="0">
                <a:latin typeface="Times New Roman" panose="02020603050405020304" pitchFamily="18" charset="0"/>
                <a:cs typeface="Times New Roman" panose="02020603050405020304" pitchFamily="18" charset="0"/>
              </a:rPr>
              <a:t>OBJECTIVES OF THE PROJECT</a:t>
            </a:r>
          </a:p>
        </p:txBody>
      </p:sp>
      <p:sp>
        <p:nvSpPr>
          <p:cNvPr id="3" name="Content Placeholder 2">
            <a:extLst>
              <a:ext uri="{FF2B5EF4-FFF2-40B4-BE49-F238E27FC236}">
                <a16:creationId xmlns:a16="http://schemas.microsoft.com/office/drawing/2014/main" id="{FAD48288-3C2C-6B95-BD1C-185E830012DB}"/>
              </a:ext>
            </a:extLst>
          </p:cNvPr>
          <p:cNvSpPr>
            <a:spLocks noGrp="1"/>
          </p:cNvSpPr>
          <p:nvPr>
            <p:ph idx="1"/>
          </p:nvPr>
        </p:nvSpPr>
        <p:spPr>
          <a:xfrm>
            <a:off x="838200" y="1270002"/>
            <a:ext cx="10515600" cy="5067831"/>
          </a:xfrm>
        </p:spPr>
        <p:txBody>
          <a:bodyPr anchor="ctr">
            <a:normAutofit/>
          </a:bodyPr>
          <a:lstStyle/>
          <a:p>
            <a:pPr algn="just">
              <a:lnSpc>
                <a:spcPct val="150000"/>
              </a:lnSpc>
            </a:pPr>
            <a:r>
              <a:rPr lang="en-IN" sz="2000" dirty="0">
                <a:latin typeface="Times New Roman" panose="02020603050405020304" pitchFamily="18" charset="0"/>
                <a:cs typeface="Times New Roman" panose="02020603050405020304" pitchFamily="18" charset="0"/>
              </a:rPr>
              <a:t>To develop a machine learning model for estimating diabetes risk using relevant patient health parameters.</a:t>
            </a:r>
          </a:p>
          <a:p>
            <a:pPr algn="just">
              <a:lnSpc>
                <a:spcPct val="150000"/>
              </a:lnSpc>
            </a:pPr>
            <a:r>
              <a:rPr lang="en-IN" sz="2000" dirty="0">
                <a:latin typeface="Times New Roman" panose="02020603050405020304" pitchFamily="18" charset="0"/>
                <a:cs typeface="Times New Roman" panose="02020603050405020304" pitchFamily="18" charset="0"/>
              </a:rPr>
              <a:t>To compare multiple machine learning algorithms and evaluate their predictive performance.</a:t>
            </a:r>
          </a:p>
          <a:p>
            <a:pPr algn="just">
              <a:lnSpc>
                <a:spcPct val="150000"/>
              </a:lnSpc>
            </a:pPr>
            <a:r>
              <a:rPr lang="en-IN" sz="2000" dirty="0">
                <a:latin typeface="Times New Roman" panose="02020603050405020304" pitchFamily="18" charset="0"/>
                <a:cs typeface="Times New Roman" panose="02020603050405020304" pitchFamily="18" charset="0"/>
              </a:rPr>
              <a:t>To apply Explainable AI techniques to identify the major factors influencing individual predictions.</a:t>
            </a:r>
          </a:p>
          <a:p>
            <a:pPr algn="just">
              <a:lnSpc>
                <a:spcPct val="150000"/>
              </a:lnSpc>
            </a:pPr>
            <a:r>
              <a:rPr lang="en-IN" sz="2000" dirty="0">
                <a:latin typeface="Times New Roman" panose="02020603050405020304" pitchFamily="18" charset="0"/>
                <a:cs typeface="Times New Roman" panose="02020603050405020304" pitchFamily="18" charset="0"/>
              </a:rPr>
              <a:t>To develop a personalized health-monitoring mechanism that stores measurements and tracks predicted risk over time.</a:t>
            </a:r>
          </a:p>
          <a:p>
            <a:pPr algn="just">
              <a:lnSpc>
                <a:spcPct val="150000"/>
              </a:lnSpc>
            </a:pPr>
            <a:r>
              <a:rPr lang="en-IN" sz="2000" dirty="0">
                <a:latin typeface="Times New Roman" panose="02020603050405020304" pitchFamily="18" charset="0"/>
                <a:cs typeface="Times New Roman" panose="02020603050405020304" pitchFamily="18" charset="0"/>
              </a:rPr>
              <a:t>To visualize risk estimates, feature contributions, and historical trends using an interactive dashboard.</a:t>
            </a:r>
          </a:p>
          <a:p>
            <a:pPr algn="just">
              <a:lnSpc>
                <a:spcPct val="150000"/>
              </a:lnSpc>
            </a:pPr>
            <a:r>
              <a:rPr lang="en-IN" sz="2000" dirty="0">
                <a:latin typeface="Times New Roman" panose="02020603050405020304" pitchFamily="18" charset="0"/>
                <a:cs typeface="Times New Roman" panose="02020603050405020304" pitchFamily="18" charset="0"/>
              </a:rPr>
              <a:t>To evaluate the framework using appropriate classification, calibration, and explainability metrics</a:t>
            </a:r>
            <a:r>
              <a:rPr lang="en-IN" sz="2000" dirty="0"/>
              <a:t>.</a:t>
            </a:r>
          </a:p>
        </p:txBody>
      </p:sp>
      <p:sp>
        <p:nvSpPr>
          <p:cNvPr id="4" name="Slide Number Placeholder 3">
            <a:extLst>
              <a:ext uri="{FF2B5EF4-FFF2-40B4-BE49-F238E27FC236}">
                <a16:creationId xmlns:a16="http://schemas.microsoft.com/office/drawing/2014/main" id="{47402683-F32E-77B1-56C0-073A07666FD2}"/>
              </a:ext>
            </a:extLst>
          </p:cNvPr>
          <p:cNvSpPr>
            <a:spLocks noGrp="1"/>
          </p:cNvSpPr>
          <p:nvPr>
            <p:ph type="sldNum" sz="quarter" idx="12"/>
          </p:nvPr>
        </p:nvSpPr>
        <p:spPr/>
        <p:txBody>
          <a:bodyPr/>
          <a:lstStyle/>
          <a:p>
            <a:fld id="{3F89A050-2CE8-43E2-A037-2F45FBB835B5}" type="slidenum">
              <a:rPr lang="en-IN" smtClean="0"/>
              <a:t>3</a:t>
            </a:fld>
            <a:endParaRPr lang="en-IN"/>
          </a:p>
        </p:txBody>
      </p:sp>
    </p:spTree>
    <p:extLst>
      <p:ext uri="{BB962C8B-B14F-4D97-AF65-F5344CB8AC3E}">
        <p14:creationId xmlns:p14="http://schemas.microsoft.com/office/powerpoint/2010/main" val="31030229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1402AD-8E8F-C224-AE15-5FD730B672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824620-4CAA-F9FC-0252-50EC33F5DA78}"/>
              </a:ext>
            </a:extLst>
          </p:cNvPr>
          <p:cNvSpPr>
            <a:spLocks noGrp="1"/>
          </p:cNvSpPr>
          <p:nvPr>
            <p:ph type="title"/>
          </p:nvPr>
        </p:nvSpPr>
        <p:spPr>
          <a:xfrm>
            <a:off x="838200" y="178859"/>
            <a:ext cx="10515600" cy="1325563"/>
          </a:xfrm>
        </p:spPr>
        <p:txBody>
          <a:bodyPr>
            <a:normAutofit/>
          </a:bodyPr>
          <a:lstStyle/>
          <a:p>
            <a:r>
              <a:rPr lang="en-IN" sz="2800" b="1" dirty="0">
                <a:latin typeface="Times New Roman" panose="02020603050405020304" pitchFamily="18" charset="0"/>
                <a:cs typeface="Times New Roman" panose="02020603050405020304" pitchFamily="18" charset="0"/>
              </a:rPr>
              <a:t>EXISTING SYSTEM</a:t>
            </a:r>
          </a:p>
        </p:txBody>
      </p:sp>
      <p:sp>
        <p:nvSpPr>
          <p:cNvPr id="3" name="Content Placeholder 2">
            <a:extLst>
              <a:ext uri="{FF2B5EF4-FFF2-40B4-BE49-F238E27FC236}">
                <a16:creationId xmlns:a16="http://schemas.microsoft.com/office/drawing/2014/main" id="{762F6F1D-03A8-B86B-E27A-425A8464AB8C}"/>
              </a:ext>
            </a:extLst>
          </p:cNvPr>
          <p:cNvSpPr>
            <a:spLocks noGrp="1"/>
          </p:cNvSpPr>
          <p:nvPr>
            <p:ph idx="1"/>
          </p:nvPr>
        </p:nvSpPr>
        <p:spPr>
          <a:xfrm>
            <a:off x="838200" y="1270002"/>
            <a:ext cx="10515600" cy="5067831"/>
          </a:xfrm>
        </p:spPr>
        <p:txBody>
          <a:bodyPr anchor="ctr">
            <a:normAutofit/>
          </a:bodyPr>
          <a:lstStyle/>
          <a:p>
            <a:pPr marL="0" indent="0" algn="just">
              <a:lnSpc>
                <a:spcPct val="150000"/>
              </a:lnSpc>
              <a:buNone/>
            </a:pPr>
            <a:r>
              <a:rPr lang="en-IN" sz="2000" dirty="0">
                <a:latin typeface="Times New Roman" panose="02020603050405020304" pitchFamily="18" charset="0"/>
                <a:cs typeface="Times New Roman" panose="02020603050405020304" pitchFamily="18" charset="0"/>
              </a:rPr>
              <a:t>Existing diabetes prediction systems commonly use statistical and machine learning methods to estimate diabetes status or risk from health and demographic information.</a:t>
            </a:r>
          </a:p>
          <a:p>
            <a:pPr marL="0" indent="0" algn="just">
              <a:lnSpc>
                <a:spcPct val="150000"/>
              </a:lnSpc>
              <a:buNone/>
            </a:pPr>
            <a:r>
              <a:rPr lang="en-IN" sz="2000" b="1" dirty="0">
                <a:latin typeface="Times New Roman" panose="02020603050405020304" pitchFamily="18" charset="0"/>
                <a:cs typeface="Times New Roman" panose="02020603050405020304" pitchFamily="18" charset="0"/>
              </a:rPr>
              <a:t>Common approaches</a:t>
            </a:r>
          </a:p>
          <a:p>
            <a:pPr lvl="0" algn="just">
              <a:lnSpc>
                <a:spcPct val="150000"/>
              </a:lnSpc>
            </a:pPr>
            <a:r>
              <a:rPr lang="en-IN" sz="2000" dirty="0">
                <a:latin typeface="Times New Roman" panose="02020603050405020304" pitchFamily="18" charset="0"/>
                <a:cs typeface="Times New Roman" panose="02020603050405020304" pitchFamily="18" charset="0"/>
              </a:rPr>
              <a:t>Logistic Regression for baseline prediction.</a:t>
            </a:r>
          </a:p>
          <a:p>
            <a:pPr lvl="0" algn="just">
              <a:lnSpc>
                <a:spcPct val="150000"/>
              </a:lnSpc>
            </a:pPr>
            <a:r>
              <a:rPr lang="en-IN" sz="2000" dirty="0">
                <a:latin typeface="Times New Roman" panose="02020603050405020304" pitchFamily="18" charset="0"/>
                <a:cs typeface="Times New Roman" panose="02020603050405020304" pitchFamily="18" charset="0"/>
              </a:rPr>
              <a:t>Decision Tree and Random Forest for nonlinear classification.</a:t>
            </a:r>
          </a:p>
          <a:p>
            <a:pPr lvl="0" algn="just">
              <a:lnSpc>
                <a:spcPct val="150000"/>
              </a:lnSpc>
            </a:pPr>
            <a:r>
              <a:rPr lang="en-IN" sz="2000" dirty="0">
                <a:latin typeface="Times New Roman" panose="02020603050405020304" pitchFamily="18" charset="0"/>
                <a:cs typeface="Times New Roman" panose="02020603050405020304" pitchFamily="18" charset="0"/>
              </a:rPr>
              <a:t>SVM and KNN for classification.</a:t>
            </a:r>
          </a:p>
          <a:p>
            <a:pPr lvl="0" algn="just">
              <a:lnSpc>
                <a:spcPct val="150000"/>
              </a:lnSpc>
            </a:pPr>
            <a:r>
              <a:rPr lang="en-IN" sz="2000" dirty="0" err="1">
                <a:latin typeface="Times New Roman" panose="02020603050405020304" pitchFamily="18" charset="0"/>
                <a:cs typeface="Times New Roman" panose="02020603050405020304" pitchFamily="18" charset="0"/>
              </a:rPr>
              <a:t>XGBoost</a:t>
            </a:r>
            <a:r>
              <a:rPr lang="en-IN" sz="2000" dirty="0">
                <a:latin typeface="Times New Roman" panose="02020603050405020304" pitchFamily="18" charset="0"/>
                <a:cs typeface="Times New Roman" panose="02020603050405020304" pitchFamily="18" charset="0"/>
              </a:rPr>
              <a:t> and other ensemble methods for predictive modelling.</a:t>
            </a:r>
          </a:p>
          <a:p>
            <a:pPr lvl="0" algn="just">
              <a:lnSpc>
                <a:spcPct val="150000"/>
              </a:lnSpc>
            </a:pPr>
            <a:r>
              <a:rPr lang="en-IN" sz="2000" dirty="0">
                <a:latin typeface="Times New Roman" panose="02020603050405020304" pitchFamily="18" charset="0"/>
                <a:cs typeface="Times New Roman" panose="02020603050405020304" pitchFamily="18" charset="0"/>
              </a:rPr>
              <a:t>Standalone dashboards that display the predicted class or probability.</a:t>
            </a:r>
          </a:p>
        </p:txBody>
      </p:sp>
      <p:sp>
        <p:nvSpPr>
          <p:cNvPr id="4" name="TextBox 3">
            <a:extLst>
              <a:ext uri="{FF2B5EF4-FFF2-40B4-BE49-F238E27FC236}">
                <a16:creationId xmlns:a16="http://schemas.microsoft.com/office/drawing/2014/main" id="{F6AACCEC-17CA-379F-16B4-22522D9422C1}"/>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5E67C154-AC2B-1B99-CFBC-31B280A3C1AF}"/>
              </a:ext>
            </a:extLst>
          </p:cNvPr>
          <p:cNvSpPr>
            <a:spLocks noGrp="1"/>
          </p:cNvSpPr>
          <p:nvPr>
            <p:ph type="sldNum" sz="quarter" idx="12"/>
          </p:nvPr>
        </p:nvSpPr>
        <p:spPr/>
        <p:txBody>
          <a:bodyPr/>
          <a:lstStyle/>
          <a:p>
            <a:fld id="{3F89A050-2CE8-43E2-A037-2F45FBB835B5}" type="slidenum">
              <a:rPr lang="en-IN" smtClean="0"/>
              <a:t>4</a:t>
            </a:fld>
            <a:endParaRPr lang="en-IN"/>
          </a:p>
        </p:txBody>
      </p:sp>
    </p:spTree>
    <p:extLst>
      <p:ext uri="{BB962C8B-B14F-4D97-AF65-F5344CB8AC3E}">
        <p14:creationId xmlns:p14="http://schemas.microsoft.com/office/powerpoint/2010/main" val="12263722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CC460-B50B-0986-EA68-FDB4004278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14EE22-3F50-8596-DC83-7F6FBC258385}"/>
              </a:ext>
            </a:extLst>
          </p:cNvPr>
          <p:cNvSpPr>
            <a:spLocks noGrp="1"/>
          </p:cNvSpPr>
          <p:nvPr>
            <p:ph type="title"/>
          </p:nvPr>
        </p:nvSpPr>
        <p:spPr>
          <a:xfrm>
            <a:off x="838200" y="178859"/>
            <a:ext cx="10515600" cy="1325563"/>
          </a:xfrm>
        </p:spPr>
        <p:txBody>
          <a:bodyPr>
            <a:normAutofit/>
          </a:bodyPr>
          <a:lstStyle/>
          <a:p>
            <a:r>
              <a:rPr lang="en-IN" sz="2800" b="1" dirty="0">
                <a:latin typeface="Times New Roman" panose="02020603050405020304" pitchFamily="18" charset="0"/>
                <a:cs typeface="Times New Roman" panose="02020603050405020304" pitchFamily="18" charset="0"/>
              </a:rPr>
              <a:t>DRAWBACKS OF EXISTING SYSTEM</a:t>
            </a:r>
          </a:p>
        </p:txBody>
      </p:sp>
      <p:sp>
        <p:nvSpPr>
          <p:cNvPr id="3" name="Content Placeholder 2">
            <a:extLst>
              <a:ext uri="{FF2B5EF4-FFF2-40B4-BE49-F238E27FC236}">
                <a16:creationId xmlns:a16="http://schemas.microsoft.com/office/drawing/2014/main" id="{50851E61-75AF-CCE9-D73D-3176F1CA2240}"/>
              </a:ext>
            </a:extLst>
          </p:cNvPr>
          <p:cNvSpPr>
            <a:spLocks noGrp="1"/>
          </p:cNvSpPr>
          <p:nvPr>
            <p:ph idx="1"/>
          </p:nvPr>
        </p:nvSpPr>
        <p:spPr>
          <a:xfrm>
            <a:off x="838200" y="1270002"/>
            <a:ext cx="10515600" cy="5067831"/>
          </a:xfrm>
        </p:spPr>
        <p:txBody>
          <a:bodyPr anchor="ctr">
            <a:normAutofit/>
          </a:bodyPr>
          <a:lstStyle/>
          <a:p>
            <a:pPr lvl="0" algn="just">
              <a:lnSpc>
                <a:spcPct val="100000"/>
              </a:lnSpc>
            </a:pPr>
            <a:r>
              <a:rPr lang="en-IN" sz="2000" b="1" dirty="0">
                <a:latin typeface="Times New Roman" panose="02020603050405020304" pitchFamily="18" charset="0"/>
                <a:cs typeface="Times New Roman" panose="02020603050405020304" pitchFamily="18" charset="0"/>
              </a:rPr>
              <a:t>Limited interpretability: </a:t>
            </a:r>
            <a:r>
              <a:rPr lang="en-IN" sz="2000" dirty="0">
                <a:latin typeface="Times New Roman" panose="02020603050405020304" pitchFamily="18" charset="0"/>
                <a:cs typeface="Times New Roman" panose="02020603050405020304" pitchFamily="18" charset="0"/>
              </a:rPr>
              <a:t>Some models provide predictions without explaining the individual factors that influenced the result.</a:t>
            </a:r>
          </a:p>
          <a:p>
            <a:pPr lvl="0" algn="just">
              <a:lnSpc>
                <a:spcPct val="100000"/>
              </a:lnSpc>
            </a:pPr>
            <a:r>
              <a:rPr lang="en-IN" sz="2000" b="1" dirty="0">
                <a:latin typeface="Times New Roman" panose="02020603050405020304" pitchFamily="18" charset="0"/>
                <a:cs typeface="Times New Roman" panose="02020603050405020304" pitchFamily="18" charset="0"/>
              </a:rPr>
              <a:t>One-time prediction: </a:t>
            </a:r>
            <a:r>
              <a:rPr lang="en-IN" sz="2000" dirty="0">
                <a:latin typeface="Times New Roman" panose="02020603050405020304" pitchFamily="18" charset="0"/>
                <a:cs typeface="Times New Roman" panose="02020603050405020304" pitchFamily="18" charset="0"/>
              </a:rPr>
              <a:t>Many prototypes assess a patient only once instead of maintaining historical measurements.</a:t>
            </a:r>
          </a:p>
          <a:p>
            <a:pPr lvl="0" algn="just">
              <a:lnSpc>
                <a:spcPct val="100000"/>
              </a:lnSpc>
            </a:pPr>
            <a:r>
              <a:rPr lang="en-IN" sz="2000" b="1" dirty="0">
                <a:latin typeface="Times New Roman" panose="02020603050405020304" pitchFamily="18" charset="0"/>
                <a:cs typeface="Times New Roman" panose="02020603050405020304" pitchFamily="18" charset="0"/>
              </a:rPr>
              <a:t>Limited personalization: </a:t>
            </a:r>
            <a:r>
              <a:rPr lang="en-IN" sz="2000" dirty="0">
                <a:latin typeface="Times New Roman" panose="02020603050405020304" pitchFamily="18" charset="0"/>
                <a:cs typeface="Times New Roman" panose="02020603050405020304" pitchFamily="18" charset="0"/>
              </a:rPr>
              <a:t>Generic outputs may not explain the most relevant factors for each individual.</a:t>
            </a:r>
          </a:p>
          <a:p>
            <a:pPr lvl="0" algn="just">
              <a:lnSpc>
                <a:spcPct val="100000"/>
              </a:lnSpc>
            </a:pPr>
            <a:r>
              <a:rPr lang="en-IN" sz="2000" b="1" dirty="0">
                <a:latin typeface="Times New Roman" panose="02020603050405020304" pitchFamily="18" charset="0"/>
                <a:cs typeface="Times New Roman" panose="02020603050405020304" pitchFamily="18" charset="0"/>
              </a:rPr>
              <a:t>Dataset limitations: </a:t>
            </a:r>
            <a:r>
              <a:rPr lang="en-IN" sz="2000" dirty="0">
                <a:latin typeface="Times New Roman" panose="02020603050405020304" pitchFamily="18" charset="0"/>
                <a:cs typeface="Times New Roman" panose="02020603050405020304" pitchFamily="18" charset="0"/>
              </a:rPr>
              <a:t>Small or population-specific datasets may limit generalization to other populations.</a:t>
            </a:r>
          </a:p>
          <a:p>
            <a:pPr lvl="0" algn="just">
              <a:lnSpc>
                <a:spcPct val="100000"/>
              </a:lnSpc>
            </a:pPr>
            <a:r>
              <a:rPr lang="en-IN" sz="2000" b="1" dirty="0">
                <a:latin typeface="Times New Roman" panose="02020603050405020304" pitchFamily="18" charset="0"/>
                <a:cs typeface="Times New Roman" panose="02020603050405020304" pitchFamily="18" charset="0"/>
              </a:rPr>
              <a:t>Incomplete evaluation: </a:t>
            </a:r>
            <a:r>
              <a:rPr lang="en-IN" sz="2000" dirty="0">
                <a:latin typeface="Times New Roman" panose="02020603050405020304" pitchFamily="18" charset="0"/>
                <a:cs typeface="Times New Roman" panose="02020603050405020304" pitchFamily="18" charset="0"/>
              </a:rPr>
              <a:t>Accuracy alone can hide poor recall or an excessive false-positive rate.</a:t>
            </a:r>
          </a:p>
          <a:p>
            <a:pPr lvl="0" algn="just">
              <a:lnSpc>
                <a:spcPct val="100000"/>
              </a:lnSpc>
            </a:pPr>
            <a:r>
              <a:rPr lang="en-IN" sz="2000" b="1" dirty="0">
                <a:latin typeface="Times New Roman" panose="02020603050405020304" pitchFamily="18" charset="0"/>
                <a:cs typeface="Times New Roman" panose="02020603050405020304" pitchFamily="18" charset="0"/>
              </a:rPr>
              <a:t>Limited monitoring interface: </a:t>
            </a:r>
            <a:r>
              <a:rPr lang="en-IN" sz="2000" dirty="0">
                <a:latin typeface="Times New Roman" panose="02020603050405020304" pitchFamily="18" charset="0"/>
                <a:cs typeface="Times New Roman" panose="02020603050405020304" pitchFamily="18" charset="0"/>
              </a:rPr>
              <a:t>Some implementations do not provide historical trends or understandable visualizations.</a:t>
            </a:r>
          </a:p>
          <a:p>
            <a:pPr lvl="0" algn="just">
              <a:lnSpc>
                <a:spcPct val="100000"/>
              </a:lnSpc>
            </a:pPr>
            <a:r>
              <a:rPr lang="en-IN" sz="2000" b="1" dirty="0">
                <a:latin typeface="Times New Roman" panose="02020603050405020304" pitchFamily="18" charset="0"/>
                <a:cs typeface="Times New Roman" panose="02020603050405020304" pitchFamily="18" charset="0"/>
              </a:rPr>
              <a:t>Risk of overconfidence: </a:t>
            </a:r>
            <a:r>
              <a:rPr lang="en-IN" sz="2000" dirty="0">
                <a:latin typeface="Times New Roman" panose="02020603050405020304" pitchFamily="18" charset="0"/>
                <a:cs typeface="Times New Roman" panose="02020603050405020304" pitchFamily="18" charset="0"/>
              </a:rPr>
              <a:t>A model-generated probability may be poorly calibrated and should not be interpreted as a clinical diagnosis.</a:t>
            </a:r>
          </a:p>
        </p:txBody>
      </p:sp>
      <p:sp>
        <p:nvSpPr>
          <p:cNvPr id="4" name="TextBox 3">
            <a:extLst>
              <a:ext uri="{FF2B5EF4-FFF2-40B4-BE49-F238E27FC236}">
                <a16:creationId xmlns:a16="http://schemas.microsoft.com/office/drawing/2014/main" id="{D121FAD7-F687-AB27-EF3F-E088331FA0B9}"/>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2752323D-867D-9948-9EF2-E853ED971119}"/>
              </a:ext>
            </a:extLst>
          </p:cNvPr>
          <p:cNvSpPr>
            <a:spLocks noGrp="1"/>
          </p:cNvSpPr>
          <p:nvPr>
            <p:ph type="sldNum" sz="quarter" idx="12"/>
          </p:nvPr>
        </p:nvSpPr>
        <p:spPr/>
        <p:txBody>
          <a:bodyPr/>
          <a:lstStyle/>
          <a:p>
            <a:fld id="{3F89A050-2CE8-43E2-A037-2F45FBB835B5}" type="slidenum">
              <a:rPr lang="en-IN" smtClean="0"/>
              <a:t>5</a:t>
            </a:fld>
            <a:endParaRPr lang="en-IN"/>
          </a:p>
        </p:txBody>
      </p:sp>
    </p:spTree>
    <p:extLst>
      <p:ext uri="{BB962C8B-B14F-4D97-AF65-F5344CB8AC3E}">
        <p14:creationId xmlns:p14="http://schemas.microsoft.com/office/powerpoint/2010/main" val="1950499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591C1-750A-767B-5E93-89512EA05B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9735F4-5A1A-0DF0-BEDB-8AA8C87DE248}"/>
              </a:ext>
            </a:extLst>
          </p:cNvPr>
          <p:cNvSpPr>
            <a:spLocks noGrp="1"/>
          </p:cNvSpPr>
          <p:nvPr>
            <p:ph type="title"/>
          </p:nvPr>
        </p:nvSpPr>
        <p:spPr>
          <a:xfrm>
            <a:off x="838200" y="178859"/>
            <a:ext cx="10515600" cy="1325563"/>
          </a:xfrm>
        </p:spPr>
        <p:txBody>
          <a:bodyPr>
            <a:normAutofit/>
          </a:bodyPr>
          <a:lstStyle/>
          <a:p>
            <a:r>
              <a:rPr lang="en-IN" sz="2800" b="1" dirty="0">
                <a:latin typeface="Times New Roman" panose="02020603050405020304" pitchFamily="18" charset="0"/>
                <a:cs typeface="Times New Roman" panose="02020603050405020304" pitchFamily="18" charset="0"/>
              </a:rPr>
              <a:t>PROPOSED SYSTEM</a:t>
            </a:r>
          </a:p>
        </p:txBody>
      </p:sp>
      <p:sp>
        <p:nvSpPr>
          <p:cNvPr id="3" name="Content Placeholder 2">
            <a:extLst>
              <a:ext uri="{FF2B5EF4-FFF2-40B4-BE49-F238E27FC236}">
                <a16:creationId xmlns:a16="http://schemas.microsoft.com/office/drawing/2014/main" id="{7B3827B0-08AC-83D6-6C88-BE6DADC01D0D}"/>
              </a:ext>
            </a:extLst>
          </p:cNvPr>
          <p:cNvSpPr>
            <a:spLocks noGrp="1"/>
          </p:cNvSpPr>
          <p:nvPr>
            <p:ph idx="1"/>
          </p:nvPr>
        </p:nvSpPr>
        <p:spPr>
          <a:xfrm>
            <a:off x="838200" y="1270002"/>
            <a:ext cx="10515600" cy="5067831"/>
          </a:xfrm>
        </p:spPr>
        <p:txBody>
          <a:bodyPr anchor="ctr">
            <a:normAutofit/>
          </a:bodyPr>
          <a:lstStyle/>
          <a:p>
            <a:pPr algn="just">
              <a:lnSpc>
                <a:spcPct val="100000"/>
              </a:lnSpc>
            </a:pPr>
            <a:r>
              <a:rPr lang="en-IN" sz="2000" dirty="0">
                <a:latin typeface="Times New Roman" panose="02020603050405020304" pitchFamily="18" charset="0"/>
                <a:cs typeface="Times New Roman" panose="02020603050405020304" pitchFamily="18" charset="0"/>
              </a:rPr>
              <a:t>The proposed system integrates Machine Learning (ML), Explainable Artificial Intelligence (XAI), and personalized health monitoring to estimate diabetes risk and explain the factors influencing each prediction.</a:t>
            </a:r>
          </a:p>
          <a:p>
            <a:pPr lvl="0" algn="just">
              <a:lnSpc>
                <a:spcPct val="100000"/>
              </a:lnSpc>
            </a:pPr>
            <a:r>
              <a:rPr lang="en-IN" sz="2000" dirty="0">
                <a:latin typeface="Times New Roman" panose="02020603050405020304" pitchFamily="18" charset="0"/>
                <a:cs typeface="Times New Roman" panose="02020603050405020304" pitchFamily="18" charset="0"/>
              </a:rPr>
              <a:t>Collect patient health data such as age, BMI, glucose level, blood pressure, and other available clinical attributes.</a:t>
            </a:r>
          </a:p>
          <a:p>
            <a:pPr lvl="0" algn="just">
              <a:lnSpc>
                <a:spcPct val="100000"/>
              </a:lnSpc>
            </a:pPr>
            <a:r>
              <a:rPr lang="en-IN" sz="2000" dirty="0">
                <a:latin typeface="Times New Roman" panose="02020603050405020304" pitchFamily="18" charset="0"/>
                <a:cs typeface="Times New Roman" panose="02020603050405020304" pitchFamily="18" charset="0"/>
              </a:rPr>
              <a:t>Preprocess the data by handling missing values, invalid entries, and categorical variables.</a:t>
            </a:r>
          </a:p>
          <a:p>
            <a:pPr lvl="0" algn="just">
              <a:lnSpc>
                <a:spcPct val="100000"/>
              </a:lnSpc>
            </a:pPr>
            <a:r>
              <a:rPr lang="en-IN" sz="2000" dirty="0">
                <a:latin typeface="Times New Roman" panose="02020603050405020304" pitchFamily="18" charset="0"/>
                <a:cs typeface="Times New Roman" panose="02020603050405020304" pitchFamily="18" charset="0"/>
              </a:rPr>
              <a:t>Train and compare ML algorithms such as Logistic Regression, Random Forest, and </a:t>
            </a:r>
            <a:r>
              <a:rPr lang="en-IN" sz="2000" dirty="0" err="1">
                <a:latin typeface="Times New Roman" panose="02020603050405020304" pitchFamily="18" charset="0"/>
                <a:cs typeface="Times New Roman" panose="02020603050405020304" pitchFamily="18" charset="0"/>
              </a:rPr>
              <a:t>XGBoost</a:t>
            </a:r>
            <a:r>
              <a:rPr lang="en-IN" sz="2000" dirty="0">
                <a:latin typeface="Times New Roman" panose="02020603050405020304" pitchFamily="18" charset="0"/>
                <a:cs typeface="Times New Roman" panose="02020603050405020304" pitchFamily="18" charset="0"/>
              </a:rPr>
              <a:t>.</a:t>
            </a:r>
          </a:p>
          <a:p>
            <a:pPr lvl="0" algn="just">
              <a:lnSpc>
                <a:spcPct val="100000"/>
              </a:lnSpc>
            </a:pPr>
            <a:r>
              <a:rPr lang="en-IN" sz="2000" dirty="0">
                <a:latin typeface="Times New Roman" panose="02020603050405020304" pitchFamily="18" charset="0"/>
                <a:cs typeface="Times New Roman" panose="02020603050405020304" pitchFamily="18" charset="0"/>
              </a:rPr>
              <a:t>Predict diabetes risk using the selected model.</a:t>
            </a:r>
          </a:p>
          <a:p>
            <a:pPr lvl="0" algn="just">
              <a:lnSpc>
                <a:spcPct val="100000"/>
              </a:lnSpc>
            </a:pPr>
            <a:r>
              <a:rPr lang="en-IN" sz="2000" dirty="0">
                <a:latin typeface="Times New Roman" panose="02020603050405020304" pitchFamily="18" charset="0"/>
                <a:cs typeface="Times New Roman" panose="02020603050405020304" pitchFamily="18" charset="0"/>
              </a:rPr>
              <a:t>Apply SHAP (</a:t>
            </a:r>
            <a:r>
              <a:rPr lang="en-IN" sz="2000" dirty="0" err="1">
                <a:latin typeface="Times New Roman" panose="02020603050405020304" pitchFamily="18" charset="0"/>
                <a:cs typeface="Times New Roman" panose="02020603050405020304" pitchFamily="18" charset="0"/>
              </a:rPr>
              <a:t>SHapley</a:t>
            </a:r>
            <a:r>
              <a:rPr lang="en-IN" sz="2000" dirty="0">
                <a:latin typeface="Times New Roman" panose="02020603050405020304" pitchFamily="18" charset="0"/>
                <a:cs typeface="Times New Roman" panose="02020603050405020304" pitchFamily="18" charset="0"/>
              </a:rPr>
              <a:t> Additive </a:t>
            </a:r>
            <a:r>
              <a:rPr lang="en-IN" sz="2000" dirty="0" err="1">
                <a:latin typeface="Times New Roman" panose="02020603050405020304" pitchFamily="18" charset="0"/>
                <a:cs typeface="Times New Roman" panose="02020603050405020304" pitchFamily="18" charset="0"/>
              </a:rPr>
              <a:t>exPlanations</a:t>
            </a:r>
            <a:r>
              <a:rPr lang="en-IN" sz="2000" dirty="0">
                <a:latin typeface="Times New Roman" panose="02020603050405020304" pitchFamily="18" charset="0"/>
                <a:cs typeface="Times New Roman" panose="02020603050405020304" pitchFamily="18" charset="0"/>
              </a:rPr>
              <a:t>) to identify the features contributing to an individual prediction.</a:t>
            </a:r>
          </a:p>
          <a:p>
            <a:pPr lvl="0" algn="just">
              <a:lnSpc>
                <a:spcPct val="100000"/>
              </a:lnSpc>
            </a:pPr>
            <a:r>
              <a:rPr lang="en-IN" sz="2000" dirty="0">
                <a:latin typeface="Times New Roman" panose="02020603050405020304" pitchFamily="18" charset="0"/>
                <a:cs typeface="Times New Roman" panose="02020603050405020304" pitchFamily="18" charset="0"/>
              </a:rPr>
              <a:t>Store dated health measurements and prediction history to visualize changes over time.</a:t>
            </a:r>
          </a:p>
          <a:p>
            <a:pPr lvl="0" algn="just">
              <a:lnSpc>
                <a:spcPct val="100000"/>
              </a:lnSpc>
            </a:pPr>
            <a:r>
              <a:rPr lang="en-IN" sz="2000" dirty="0">
                <a:latin typeface="Times New Roman" panose="02020603050405020304" pitchFamily="18" charset="0"/>
                <a:cs typeface="Times New Roman" panose="02020603050405020304" pitchFamily="18" charset="0"/>
              </a:rPr>
              <a:t>Display risk estimates, feature explanations, and historical trends through a user-friendly dashboard.</a:t>
            </a:r>
          </a:p>
        </p:txBody>
      </p:sp>
      <p:sp>
        <p:nvSpPr>
          <p:cNvPr id="4" name="TextBox 3">
            <a:extLst>
              <a:ext uri="{FF2B5EF4-FFF2-40B4-BE49-F238E27FC236}">
                <a16:creationId xmlns:a16="http://schemas.microsoft.com/office/drawing/2014/main" id="{6D4B9C3D-222F-4DBC-0EB0-F6D0D3C7FFE7}"/>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D1B1F5A7-8640-73EB-40FA-8FCD92A521FF}"/>
              </a:ext>
            </a:extLst>
          </p:cNvPr>
          <p:cNvSpPr>
            <a:spLocks noGrp="1"/>
          </p:cNvSpPr>
          <p:nvPr>
            <p:ph type="sldNum" sz="quarter" idx="12"/>
          </p:nvPr>
        </p:nvSpPr>
        <p:spPr/>
        <p:txBody>
          <a:bodyPr/>
          <a:lstStyle/>
          <a:p>
            <a:fld id="{3F89A050-2CE8-43E2-A037-2F45FBB835B5}" type="slidenum">
              <a:rPr lang="en-IN" smtClean="0"/>
              <a:t>6</a:t>
            </a:fld>
            <a:endParaRPr lang="en-IN"/>
          </a:p>
        </p:txBody>
      </p:sp>
    </p:spTree>
    <p:extLst>
      <p:ext uri="{BB962C8B-B14F-4D97-AF65-F5344CB8AC3E}">
        <p14:creationId xmlns:p14="http://schemas.microsoft.com/office/powerpoint/2010/main" val="14566692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F9518-6F80-6437-4252-43F5B2C0D3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9D6BBE-5F4F-E7B5-4B50-8254F5EAF3EE}"/>
              </a:ext>
            </a:extLst>
          </p:cNvPr>
          <p:cNvSpPr>
            <a:spLocks noGrp="1"/>
          </p:cNvSpPr>
          <p:nvPr>
            <p:ph type="title"/>
          </p:nvPr>
        </p:nvSpPr>
        <p:spPr>
          <a:xfrm>
            <a:off x="838200" y="178859"/>
            <a:ext cx="10515600" cy="1325563"/>
          </a:xfrm>
        </p:spPr>
        <p:txBody>
          <a:bodyPr>
            <a:normAutofit/>
          </a:bodyPr>
          <a:lstStyle/>
          <a:p>
            <a:r>
              <a:rPr lang="en-IN" sz="2800" b="1" dirty="0">
                <a:latin typeface="Times New Roman" panose="02020603050405020304" pitchFamily="18" charset="0"/>
                <a:cs typeface="Times New Roman" panose="02020603050405020304" pitchFamily="18" charset="0"/>
              </a:rPr>
              <a:t>ADVANTAGES OF PROPOSED SYSTEM</a:t>
            </a:r>
          </a:p>
        </p:txBody>
      </p:sp>
      <p:sp>
        <p:nvSpPr>
          <p:cNvPr id="3" name="Content Placeholder 2">
            <a:extLst>
              <a:ext uri="{FF2B5EF4-FFF2-40B4-BE49-F238E27FC236}">
                <a16:creationId xmlns:a16="http://schemas.microsoft.com/office/drawing/2014/main" id="{EA14A2C9-B298-A463-1AD2-60480BC90919}"/>
              </a:ext>
            </a:extLst>
          </p:cNvPr>
          <p:cNvSpPr>
            <a:spLocks noGrp="1"/>
          </p:cNvSpPr>
          <p:nvPr>
            <p:ph idx="1"/>
          </p:nvPr>
        </p:nvSpPr>
        <p:spPr>
          <a:xfrm>
            <a:off x="838200" y="1270002"/>
            <a:ext cx="10515600" cy="5067831"/>
          </a:xfrm>
        </p:spPr>
        <p:txBody>
          <a:bodyPr anchor="ctr">
            <a:noAutofit/>
          </a:bodyPr>
          <a:lstStyle/>
          <a:p>
            <a:pPr lvl="0" algn="just">
              <a:lnSpc>
                <a:spcPct val="100000"/>
              </a:lnSpc>
            </a:pPr>
            <a:r>
              <a:rPr lang="en-IN" sz="2000" b="1" dirty="0">
                <a:latin typeface="Times New Roman" panose="02020603050405020304" pitchFamily="18" charset="0"/>
                <a:cs typeface="Times New Roman" panose="02020603050405020304" pitchFamily="18" charset="0"/>
              </a:rPr>
              <a:t>Improved transparency: </a:t>
            </a:r>
            <a:r>
              <a:rPr lang="en-IN" sz="2000" dirty="0">
                <a:latin typeface="Times New Roman" panose="02020603050405020304" pitchFamily="18" charset="0"/>
                <a:cs typeface="Times New Roman" panose="02020603050405020304" pitchFamily="18" charset="0"/>
              </a:rPr>
              <a:t>SHAP explains the contribution of individual input features.</a:t>
            </a:r>
          </a:p>
          <a:p>
            <a:pPr lvl="0" algn="just">
              <a:lnSpc>
                <a:spcPct val="100000"/>
              </a:lnSpc>
            </a:pPr>
            <a:r>
              <a:rPr lang="en-IN" sz="2000" b="1" dirty="0">
                <a:latin typeface="Times New Roman" panose="02020603050405020304" pitchFamily="18" charset="0"/>
                <a:cs typeface="Times New Roman" panose="02020603050405020304" pitchFamily="18" charset="0"/>
              </a:rPr>
              <a:t>Model comparison: </a:t>
            </a:r>
            <a:r>
              <a:rPr lang="en-IN" sz="2000" dirty="0">
                <a:latin typeface="Times New Roman" panose="02020603050405020304" pitchFamily="18" charset="0"/>
                <a:cs typeface="Times New Roman" panose="02020603050405020304" pitchFamily="18" charset="0"/>
              </a:rPr>
              <a:t>Multiple algorithms can be evaluated to identify the most suitable model.</a:t>
            </a:r>
          </a:p>
          <a:p>
            <a:pPr lvl="0" algn="just">
              <a:lnSpc>
                <a:spcPct val="100000"/>
              </a:lnSpc>
            </a:pPr>
            <a:r>
              <a:rPr lang="en-IN" sz="2000" b="1" dirty="0">
                <a:latin typeface="Times New Roman" panose="02020603050405020304" pitchFamily="18" charset="0"/>
                <a:cs typeface="Times New Roman" panose="02020603050405020304" pitchFamily="18" charset="0"/>
              </a:rPr>
              <a:t>Personalized explanations: </a:t>
            </a:r>
            <a:r>
              <a:rPr lang="en-IN" sz="2000" dirty="0">
                <a:latin typeface="Times New Roman" panose="02020603050405020304" pitchFamily="18" charset="0"/>
                <a:cs typeface="Times New Roman" panose="02020603050405020304" pitchFamily="18" charset="0"/>
              </a:rPr>
              <a:t>Users can see which features influenced their individual prediction.</a:t>
            </a:r>
          </a:p>
          <a:p>
            <a:pPr lvl="0" algn="just">
              <a:lnSpc>
                <a:spcPct val="100000"/>
              </a:lnSpc>
            </a:pPr>
            <a:r>
              <a:rPr lang="en-IN" sz="2000" b="1" dirty="0">
                <a:latin typeface="Times New Roman" panose="02020603050405020304" pitchFamily="18" charset="0"/>
                <a:cs typeface="Times New Roman" panose="02020603050405020304" pitchFamily="18" charset="0"/>
              </a:rPr>
              <a:t>Longitudinal monitoring: </a:t>
            </a:r>
            <a:r>
              <a:rPr lang="en-IN" sz="2000" dirty="0">
                <a:latin typeface="Times New Roman" panose="02020603050405020304" pitchFamily="18" charset="0"/>
                <a:cs typeface="Times New Roman" panose="02020603050405020304" pitchFamily="18" charset="0"/>
              </a:rPr>
              <a:t>Historical health measurements and risk estimates can be visualized over time.</a:t>
            </a:r>
          </a:p>
          <a:p>
            <a:pPr lvl="0" algn="just">
              <a:lnSpc>
                <a:spcPct val="100000"/>
              </a:lnSpc>
            </a:pPr>
            <a:r>
              <a:rPr lang="en-IN" sz="2000" b="1" dirty="0">
                <a:latin typeface="Times New Roman" panose="02020603050405020304" pitchFamily="18" charset="0"/>
                <a:cs typeface="Times New Roman" panose="02020603050405020304" pitchFamily="18" charset="0"/>
              </a:rPr>
              <a:t>Interactive visualization: </a:t>
            </a:r>
            <a:r>
              <a:rPr lang="en-IN" sz="2000" dirty="0">
                <a:latin typeface="Times New Roman" panose="02020603050405020304" pitchFamily="18" charset="0"/>
                <a:cs typeface="Times New Roman" panose="02020603050405020304" pitchFamily="18" charset="0"/>
              </a:rPr>
              <a:t>A dashboard makes results easier to understand.</a:t>
            </a:r>
          </a:p>
          <a:p>
            <a:pPr lvl="0" algn="just">
              <a:lnSpc>
                <a:spcPct val="100000"/>
              </a:lnSpc>
            </a:pPr>
            <a:r>
              <a:rPr lang="en-IN" sz="2000" b="1" dirty="0">
                <a:latin typeface="Times New Roman" panose="02020603050405020304" pitchFamily="18" charset="0"/>
                <a:cs typeface="Times New Roman" panose="02020603050405020304" pitchFamily="18" charset="0"/>
              </a:rPr>
              <a:t>Comprehensive evaluation: </a:t>
            </a:r>
            <a:r>
              <a:rPr lang="en-IN" sz="2000" dirty="0">
                <a:latin typeface="Times New Roman" panose="02020603050405020304" pitchFamily="18" charset="0"/>
                <a:cs typeface="Times New Roman" panose="02020603050405020304" pitchFamily="18" charset="0"/>
              </a:rPr>
              <a:t>Accuracy, precision, recall, F1-score, ROC-AUC and calibration can be assessed.</a:t>
            </a:r>
          </a:p>
          <a:p>
            <a:pPr lvl="0" algn="just">
              <a:lnSpc>
                <a:spcPct val="100000"/>
              </a:lnSpc>
            </a:pPr>
            <a:r>
              <a:rPr lang="en-IN" sz="2000" b="1" dirty="0">
                <a:latin typeface="Times New Roman" panose="02020603050405020304" pitchFamily="18" charset="0"/>
                <a:cs typeface="Times New Roman" panose="02020603050405020304" pitchFamily="18" charset="0"/>
              </a:rPr>
              <a:t>Extensible architecture: </a:t>
            </a:r>
            <a:r>
              <a:rPr lang="en-IN" sz="2000" dirty="0">
                <a:latin typeface="Times New Roman" panose="02020603050405020304" pitchFamily="18" charset="0"/>
                <a:cs typeface="Times New Roman" panose="02020603050405020304" pitchFamily="18" charset="0"/>
              </a:rPr>
              <a:t>Additional datasets, monitoring features and models can be integrated later.</a:t>
            </a:r>
          </a:p>
          <a:p>
            <a:pPr lvl="0" algn="just">
              <a:lnSpc>
                <a:spcPct val="100000"/>
              </a:lnSpc>
            </a:pPr>
            <a:r>
              <a:rPr lang="en-IN" sz="2000" b="1" dirty="0">
                <a:latin typeface="Times New Roman" panose="02020603050405020304" pitchFamily="18" charset="0"/>
                <a:cs typeface="Times New Roman" panose="02020603050405020304" pitchFamily="18" charset="0"/>
              </a:rPr>
              <a:t>Decision-support potential: </a:t>
            </a:r>
            <a:r>
              <a:rPr lang="en-IN" sz="2000" dirty="0">
                <a:latin typeface="Times New Roman" panose="02020603050405020304" pitchFamily="18" charset="0"/>
                <a:cs typeface="Times New Roman" panose="02020603050405020304" pitchFamily="18" charset="0"/>
              </a:rPr>
              <a:t>The system can help organize information for discussion with healthcare professionals.</a:t>
            </a:r>
          </a:p>
        </p:txBody>
      </p:sp>
      <p:sp>
        <p:nvSpPr>
          <p:cNvPr id="4" name="TextBox 3">
            <a:extLst>
              <a:ext uri="{FF2B5EF4-FFF2-40B4-BE49-F238E27FC236}">
                <a16:creationId xmlns:a16="http://schemas.microsoft.com/office/drawing/2014/main" id="{516249A7-5707-B62B-368C-39CD7286C2A0}"/>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BA98DE5B-F596-7678-FA5F-7150AA414828}"/>
              </a:ext>
            </a:extLst>
          </p:cNvPr>
          <p:cNvSpPr>
            <a:spLocks noGrp="1"/>
          </p:cNvSpPr>
          <p:nvPr>
            <p:ph type="sldNum" sz="quarter" idx="12"/>
          </p:nvPr>
        </p:nvSpPr>
        <p:spPr/>
        <p:txBody>
          <a:bodyPr/>
          <a:lstStyle/>
          <a:p>
            <a:fld id="{3F89A050-2CE8-43E2-A037-2F45FBB835B5}" type="slidenum">
              <a:rPr lang="en-IN" smtClean="0"/>
              <a:t>7</a:t>
            </a:fld>
            <a:endParaRPr lang="en-IN"/>
          </a:p>
        </p:txBody>
      </p:sp>
    </p:spTree>
    <p:extLst>
      <p:ext uri="{BB962C8B-B14F-4D97-AF65-F5344CB8AC3E}">
        <p14:creationId xmlns:p14="http://schemas.microsoft.com/office/powerpoint/2010/main" val="9052345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B2BE54-978C-E277-4E9D-8B94811030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20803-C0E3-A674-4145-7D1B690711C5}"/>
              </a:ext>
            </a:extLst>
          </p:cNvPr>
          <p:cNvSpPr>
            <a:spLocks noGrp="1"/>
          </p:cNvSpPr>
          <p:nvPr>
            <p:ph type="title"/>
          </p:nvPr>
        </p:nvSpPr>
        <p:spPr>
          <a:xfrm>
            <a:off x="838200" y="178859"/>
            <a:ext cx="10515600" cy="1325563"/>
          </a:xfrm>
        </p:spPr>
        <p:txBody>
          <a:bodyPr>
            <a:normAutofit/>
          </a:bodyPr>
          <a:lstStyle/>
          <a:p>
            <a:r>
              <a:rPr lang="en-IN" sz="2800" b="1" dirty="0">
                <a:latin typeface="Times New Roman" panose="02020603050405020304" pitchFamily="18" charset="0"/>
                <a:cs typeface="Times New Roman" panose="02020603050405020304" pitchFamily="18" charset="0"/>
              </a:rPr>
              <a:t>PROPOSED SYSTEM ARCHITECTURE</a:t>
            </a:r>
          </a:p>
        </p:txBody>
      </p:sp>
      <p:sp>
        <p:nvSpPr>
          <p:cNvPr id="4" name="TextBox 3">
            <a:extLst>
              <a:ext uri="{FF2B5EF4-FFF2-40B4-BE49-F238E27FC236}">
                <a16:creationId xmlns:a16="http://schemas.microsoft.com/office/drawing/2014/main" id="{5080C7C0-6B2F-0A4C-5DDE-02E399DB4155}"/>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DF2150CA-F0FB-EBF3-02C6-25D5645725F2}"/>
              </a:ext>
            </a:extLst>
          </p:cNvPr>
          <p:cNvSpPr>
            <a:spLocks noGrp="1"/>
          </p:cNvSpPr>
          <p:nvPr>
            <p:ph type="sldNum" sz="quarter" idx="12"/>
          </p:nvPr>
        </p:nvSpPr>
        <p:spPr/>
        <p:txBody>
          <a:bodyPr/>
          <a:lstStyle/>
          <a:p>
            <a:fld id="{3F89A050-2CE8-43E2-A037-2F45FBB835B5}" type="slidenum">
              <a:rPr lang="en-IN" smtClean="0"/>
              <a:t>8</a:t>
            </a:fld>
            <a:endParaRPr lang="en-IN"/>
          </a:p>
        </p:txBody>
      </p:sp>
      <p:grpSp>
        <p:nvGrpSpPr>
          <p:cNvPr id="32" name="Group 31">
            <a:extLst>
              <a:ext uri="{FF2B5EF4-FFF2-40B4-BE49-F238E27FC236}">
                <a16:creationId xmlns:a16="http://schemas.microsoft.com/office/drawing/2014/main" id="{95AC37D7-855B-1AB1-EE23-BE8C9363FFAE}"/>
              </a:ext>
            </a:extLst>
          </p:cNvPr>
          <p:cNvGrpSpPr/>
          <p:nvPr/>
        </p:nvGrpSpPr>
        <p:grpSpPr>
          <a:xfrm>
            <a:off x="2120900" y="1233543"/>
            <a:ext cx="7950200" cy="5193227"/>
            <a:chOff x="2120900" y="1233543"/>
            <a:chExt cx="7950200" cy="5193227"/>
          </a:xfrm>
        </p:grpSpPr>
        <p:sp>
          <p:nvSpPr>
            <p:cNvPr id="14" name="Rectangle: Rounded Corners 13">
              <a:extLst>
                <a:ext uri="{FF2B5EF4-FFF2-40B4-BE49-F238E27FC236}">
                  <a16:creationId xmlns:a16="http://schemas.microsoft.com/office/drawing/2014/main" id="{4F27E727-A56E-A466-B91B-6F4F062AD185}"/>
                </a:ext>
              </a:extLst>
            </p:cNvPr>
            <p:cNvSpPr/>
            <p:nvPr/>
          </p:nvSpPr>
          <p:spPr>
            <a:xfrm>
              <a:off x="2120900" y="2122318"/>
              <a:ext cx="7950200" cy="734986"/>
            </a:xfrm>
            <a:prstGeom prst="round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Times New Roman" panose="02020603050405020304" pitchFamily="18" charset="0"/>
                  <a:cs typeface="Times New Roman" panose="02020603050405020304" pitchFamily="18" charset="0"/>
                </a:rPr>
                <a:t>Data Preprocessing</a:t>
              </a:r>
            </a:p>
            <a:p>
              <a:pPr algn="ctr"/>
              <a:r>
                <a:rPr lang="en-IN" dirty="0">
                  <a:solidFill>
                    <a:schemeClr val="tx1">
                      <a:lumMod val="65000"/>
                      <a:lumOff val="35000"/>
                    </a:schemeClr>
                  </a:solidFill>
                  <a:latin typeface="Times New Roman" panose="02020603050405020304" pitchFamily="18" charset="0"/>
                  <a:cs typeface="Times New Roman" panose="02020603050405020304" pitchFamily="18" charset="0"/>
                </a:rPr>
                <a:t>Validation, Missing-value Handling, Encoding and Scaling where required</a:t>
              </a:r>
            </a:p>
          </p:txBody>
        </p:sp>
        <p:sp>
          <p:nvSpPr>
            <p:cNvPr id="6" name="Rectangle: Rounded Corners 5">
              <a:extLst>
                <a:ext uri="{FF2B5EF4-FFF2-40B4-BE49-F238E27FC236}">
                  <a16:creationId xmlns:a16="http://schemas.microsoft.com/office/drawing/2014/main" id="{84D1C2A1-FA9C-B44F-75A6-007E87975EFE}"/>
                </a:ext>
              </a:extLst>
            </p:cNvPr>
            <p:cNvSpPr/>
            <p:nvPr/>
          </p:nvSpPr>
          <p:spPr>
            <a:xfrm>
              <a:off x="2120900" y="1233543"/>
              <a:ext cx="7950200" cy="734986"/>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Times New Roman" panose="02020603050405020304" pitchFamily="18" charset="0"/>
                  <a:cs typeface="Times New Roman" panose="02020603050405020304" pitchFamily="18" charset="0"/>
                </a:rPr>
                <a:t>Patient Health Data</a:t>
              </a:r>
            </a:p>
            <a:p>
              <a:pPr algn="ctr"/>
              <a:r>
                <a:rPr lang="en-IN" dirty="0">
                  <a:solidFill>
                    <a:schemeClr val="tx1">
                      <a:lumMod val="65000"/>
                      <a:lumOff val="35000"/>
                    </a:schemeClr>
                  </a:solidFill>
                  <a:latin typeface="Times New Roman" panose="02020603050405020304" pitchFamily="18" charset="0"/>
                  <a:cs typeface="Times New Roman" panose="02020603050405020304" pitchFamily="18" charset="0"/>
                </a:rPr>
                <a:t>Age, BMI, Glucose, Blood Pressure and other available features</a:t>
              </a:r>
            </a:p>
          </p:txBody>
        </p:sp>
        <p:sp>
          <p:nvSpPr>
            <p:cNvPr id="15" name="Rectangle: Rounded Corners 14">
              <a:extLst>
                <a:ext uri="{FF2B5EF4-FFF2-40B4-BE49-F238E27FC236}">
                  <a16:creationId xmlns:a16="http://schemas.microsoft.com/office/drawing/2014/main" id="{29237EF3-1545-B812-2F0B-26ADD21BC312}"/>
                </a:ext>
              </a:extLst>
            </p:cNvPr>
            <p:cNvSpPr/>
            <p:nvPr/>
          </p:nvSpPr>
          <p:spPr>
            <a:xfrm>
              <a:off x="2120900" y="3003910"/>
              <a:ext cx="7950200" cy="734986"/>
            </a:xfrm>
            <a:prstGeom prst="roundRect">
              <a:avLst/>
            </a:prstGeom>
            <a:solidFill>
              <a:srgbClr val="F1F7A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Times New Roman" panose="02020603050405020304" pitchFamily="18" charset="0"/>
                  <a:cs typeface="Times New Roman" panose="02020603050405020304" pitchFamily="18" charset="0"/>
                </a:rPr>
                <a:t>Machine Learning Models</a:t>
              </a:r>
            </a:p>
            <a:p>
              <a:pPr algn="ctr"/>
              <a:r>
                <a:rPr lang="en-IN" dirty="0">
                  <a:solidFill>
                    <a:schemeClr val="tx1">
                      <a:lumMod val="65000"/>
                      <a:lumOff val="35000"/>
                    </a:schemeClr>
                  </a:solidFill>
                  <a:latin typeface="Times New Roman" panose="02020603050405020304" pitchFamily="18" charset="0"/>
                  <a:cs typeface="Times New Roman" panose="02020603050405020304" pitchFamily="18" charset="0"/>
                </a:rPr>
                <a:t>Logistic Regression – Random Forest - </a:t>
              </a:r>
              <a:r>
                <a:rPr lang="en-IN" dirty="0" err="1">
                  <a:solidFill>
                    <a:schemeClr val="tx1">
                      <a:lumMod val="65000"/>
                      <a:lumOff val="35000"/>
                    </a:schemeClr>
                  </a:solidFill>
                  <a:latin typeface="Times New Roman" panose="02020603050405020304" pitchFamily="18" charset="0"/>
                  <a:cs typeface="Times New Roman" panose="02020603050405020304" pitchFamily="18" charset="0"/>
                </a:rPr>
                <a:t>XGBoost</a:t>
              </a:r>
              <a:endParaRPr lang="en-IN" dirty="0">
                <a:solidFill>
                  <a:schemeClr val="tx1">
                    <a:lumMod val="65000"/>
                    <a:lumOff val="35000"/>
                  </a:schemeClr>
                </a:solidFill>
                <a:latin typeface="Times New Roman" panose="02020603050405020304" pitchFamily="18" charset="0"/>
                <a:cs typeface="Times New Roman" panose="02020603050405020304" pitchFamily="18" charset="0"/>
              </a:endParaRPr>
            </a:p>
          </p:txBody>
        </p:sp>
        <p:sp>
          <p:nvSpPr>
            <p:cNvPr id="16" name="Rectangle: Rounded Corners 15">
              <a:extLst>
                <a:ext uri="{FF2B5EF4-FFF2-40B4-BE49-F238E27FC236}">
                  <a16:creationId xmlns:a16="http://schemas.microsoft.com/office/drawing/2014/main" id="{ACE163CD-9044-EBDB-7BB2-2868E970A2F9}"/>
                </a:ext>
              </a:extLst>
            </p:cNvPr>
            <p:cNvSpPr/>
            <p:nvPr/>
          </p:nvSpPr>
          <p:spPr>
            <a:xfrm>
              <a:off x="2120900" y="3885502"/>
              <a:ext cx="3926332" cy="734986"/>
            </a:xfrm>
            <a:prstGeom prst="round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Times New Roman" panose="02020603050405020304" pitchFamily="18" charset="0"/>
                  <a:cs typeface="Times New Roman" panose="02020603050405020304" pitchFamily="18" charset="0"/>
                </a:rPr>
                <a:t>Risk Prediction</a:t>
              </a:r>
            </a:p>
            <a:p>
              <a:pPr algn="ctr"/>
              <a:r>
                <a:rPr lang="en-IN" dirty="0">
                  <a:solidFill>
                    <a:schemeClr val="tx1">
                      <a:lumMod val="65000"/>
                      <a:lumOff val="35000"/>
                    </a:schemeClr>
                  </a:solidFill>
                  <a:latin typeface="Times New Roman" panose="02020603050405020304" pitchFamily="18" charset="0"/>
                  <a:cs typeface="Times New Roman" panose="02020603050405020304" pitchFamily="18" charset="0"/>
                </a:rPr>
                <a:t>Estimated Probability or Risk Category</a:t>
              </a:r>
            </a:p>
          </p:txBody>
        </p:sp>
        <p:sp>
          <p:nvSpPr>
            <p:cNvPr id="17" name="Rectangle: Rounded Corners 16">
              <a:extLst>
                <a:ext uri="{FF2B5EF4-FFF2-40B4-BE49-F238E27FC236}">
                  <a16:creationId xmlns:a16="http://schemas.microsoft.com/office/drawing/2014/main" id="{19D5D791-321B-74AC-1BD3-93DDFA92E8F3}"/>
                </a:ext>
              </a:extLst>
            </p:cNvPr>
            <p:cNvSpPr/>
            <p:nvPr/>
          </p:nvSpPr>
          <p:spPr>
            <a:xfrm>
              <a:off x="2120900" y="4795826"/>
              <a:ext cx="7950200" cy="734986"/>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Times New Roman" panose="02020603050405020304" pitchFamily="18" charset="0"/>
                  <a:cs typeface="Times New Roman" panose="02020603050405020304" pitchFamily="18" charset="0"/>
                </a:rPr>
                <a:t>Personalized Health Monitoring</a:t>
              </a:r>
            </a:p>
            <a:p>
              <a:pPr algn="ctr"/>
              <a:r>
                <a:rPr lang="en-IN" dirty="0">
                  <a:solidFill>
                    <a:schemeClr val="tx1">
                      <a:lumMod val="65000"/>
                      <a:lumOff val="35000"/>
                    </a:schemeClr>
                  </a:solidFill>
                  <a:latin typeface="Times New Roman" panose="02020603050405020304" pitchFamily="18" charset="0"/>
                  <a:cs typeface="Times New Roman" panose="02020603050405020304" pitchFamily="18" charset="0"/>
                </a:rPr>
                <a:t>Stored Data Measurements and Prediction History</a:t>
              </a:r>
            </a:p>
          </p:txBody>
        </p:sp>
        <p:sp>
          <p:nvSpPr>
            <p:cNvPr id="18" name="Rectangle: Rounded Corners 17">
              <a:extLst>
                <a:ext uri="{FF2B5EF4-FFF2-40B4-BE49-F238E27FC236}">
                  <a16:creationId xmlns:a16="http://schemas.microsoft.com/office/drawing/2014/main" id="{C877F79B-B596-00BC-1853-91CF09EC53FE}"/>
                </a:ext>
              </a:extLst>
            </p:cNvPr>
            <p:cNvSpPr/>
            <p:nvPr/>
          </p:nvSpPr>
          <p:spPr>
            <a:xfrm>
              <a:off x="2120900" y="5691784"/>
              <a:ext cx="7950200" cy="734986"/>
            </a:xfrm>
            <a:prstGeom prst="round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Times New Roman" panose="02020603050405020304" pitchFamily="18" charset="0"/>
                  <a:cs typeface="Times New Roman" panose="02020603050405020304" pitchFamily="18" charset="0"/>
                </a:rPr>
                <a:t>Interactive Dashboard</a:t>
              </a:r>
            </a:p>
            <a:p>
              <a:pPr algn="ctr"/>
              <a:r>
                <a:rPr lang="en-IN" dirty="0">
                  <a:solidFill>
                    <a:schemeClr val="tx1">
                      <a:lumMod val="65000"/>
                      <a:lumOff val="35000"/>
                    </a:schemeClr>
                  </a:solidFill>
                  <a:latin typeface="Times New Roman" panose="02020603050405020304" pitchFamily="18" charset="0"/>
                  <a:cs typeface="Times New Roman" panose="02020603050405020304" pitchFamily="18" charset="0"/>
                </a:rPr>
                <a:t>Risk estimates, explanations and Historical trend charts</a:t>
              </a:r>
            </a:p>
          </p:txBody>
        </p:sp>
        <p:cxnSp>
          <p:nvCxnSpPr>
            <p:cNvPr id="24" name="Straight Arrow Connector 23">
              <a:extLst>
                <a:ext uri="{FF2B5EF4-FFF2-40B4-BE49-F238E27FC236}">
                  <a16:creationId xmlns:a16="http://schemas.microsoft.com/office/drawing/2014/main" id="{75DD4845-C114-5433-B140-83518AE94AC0}"/>
                </a:ext>
              </a:extLst>
            </p:cNvPr>
            <p:cNvCxnSpPr>
              <a:cxnSpLocks/>
              <a:endCxn id="14" idx="0"/>
            </p:cNvCxnSpPr>
            <p:nvPr/>
          </p:nvCxnSpPr>
          <p:spPr>
            <a:xfrm>
              <a:off x="6096000" y="1968529"/>
              <a:ext cx="0" cy="1537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A3C40D5-D632-D1D4-B090-9888D37E5D95}"/>
                </a:ext>
              </a:extLst>
            </p:cNvPr>
            <p:cNvCxnSpPr>
              <a:cxnSpLocks/>
            </p:cNvCxnSpPr>
            <p:nvPr/>
          </p:nvCxnSpPr>
          <p:spPr>
            <a:xfrm>
              <a:off x="6096000" y="2857304"/>
              <a:ext cx="0" cy="1537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AE32920E-5745-9EAC-02A3-672812EF553C}"/>
                </a:ext>
              </a:extLst>
            </p:cNvPr>
            <p:cNvCxnSpPr>
              <a:cxnSpLocks/>
            </p:cNvCxnSpPr>
            <p:nvPr/>
          </p:nvCxnSpPr>
          <p:spPr>
            <a:xfrm>
              <a:off x="6096000" y="3746079"/>
              <a:ext cx="0" cy="1537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Rectangle: Rounded Corners 28">
              <a:extLst>
                <a:ext uri="{FF2B5EF4-FFF2-40B4-BE49-F238E27FC236}">
                  <a16:creationId xmlns:a16="http://schemas.microsoft.com/office/drawing/2014/main" id="{F4B9889C-6720-9A87-7CE4-CA0133469FF8}"/>
                </a:ext>
              </a:extLst>
            </p:cNvPr>
            <p:cNvSpPr/>
            <p:nvPr/>
          </p:nvSpPr>
          <p:spPr>
            <a:xfrm>
              <a:off x="6144768" y="3885502"/>
              <a:ext cx="3926325" cy="73498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Times New Roman" panose="02020603050405020304" pitchFamily="18" charset="0"/>
                  <a:cs typeface="Times New Roman" panose="02020603050405020304" pitchFamily="18" charset="0"/>
                </a:rPr>
                <a:t>SHAP Explanation</a:t>
              </a:r>
            </a:p>
            <a:p>
              <a:pPr algn="ctr"/>
              <a:r>
                <a:rPr lang="en-IN" dirty="0">
                  <a:solidFill>
                    <a:schemeClr val="tx1">
                      <a:lumMod val="65000"/>
                      <a:lumOff val="35000"/>
                    </a:schemeClr>
                  </a:solidFill>
                  <a:latin typeface="Times New Roman" panose="02020603050405020304" pitchFamily="18" charset="0"/>
                  <a:cs typeface="Times New Roman" panose="02020603050405020304" pitchFamily="18" charset="0"/>
                </a:rPr>
                <a:t>Features contributing to the Prediction</a:t>
              </a:r>
            </a:p>
          </p:txBody>
        </p:sp>
        <p:cxnSp>
          <p:nvCxnSpPr>
            <p:cNvPr id="30" name="Straight Arrow Connector 29">
              <a:extLst>
                <a:ext uri="{FF2B5EF4-FFF2-40B4-BE49-F238E27FC236}">
                  <a16:creationId xmlns:a16="http://schemas.microsoft.com/office/drawing/2014/main" id="{F3E4D5E9-B013-BBE8-992A-48A596EB1692}"/>
                </a:ext>
              </a:extLst>
            </p:cNvPr>
            <p:cNvCxnSpPr>
              <a:cxnSpLocks/>
            </p:cNvCxnSpPr>
            <p:nvPr/>
          </p:nvCxnSpPr>
          <p:spPr>
            <a:xfrm>
              <a:off x="6096000" y="4642037"/>
              <a:ext cx="0" cy="1537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376E9B95-D967-0E01-1889-BD3C4252BEA2}"/>
                </a:ext>
              </a:extLst>
            </p:cNvPr>
            <p:cNvCxnSpPr>
              <a:cxnSpLocks/>
            </p:cNvCxnSpPr>
            <p:nvPr/>
          </p:nvCxnSpPr>
          <p:spPr>
            <a:xfrm>
              <a:off x="6096000" y="5530812"/>
              <a:ext cx="0" cy="1537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0118857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942B7-4C2F-FEF7-AEF8-6F91B6C120B6}"/>
              </a:ext>
            </a:extLst>
          </p:cNvPr>
          <p:cNvSpPr>
            <a:spLocks noGrp="1"/>
          </p:cNvSpPr>
          <p:nvPr>
            <p:ph type="ctrTitle"/>
          </p:nvPr>
        </p:nvSpPr>
        <p:spPr/>
        <p:txBody>
          <a:bodyPr/>
          <a:lstStyle/>
          <a:p>
            <a:r>
              <a:rPr lang="en-IN" b="1" dirty="0">
                <a:latin typeface="Times New Roman" panose="02020603050405020304" pitchFamily="18" charset="0"/>
                <a:cs typeface="Times New Roman" panose="02020603050405020304" pitchFamily="18" charset="0"/>
              </a:rPr>
              <a:t>THANK YOU</a:t>
            </a:r>
          </a:p>
        </p:txBody>
      </p:sp>
      <p:sp>
        <p:nvSpPr>
          <p:cNvPr id="4" name="Slide Number Placeholder 3">
            <a:extLst>
              <a:ext uri="{FF2B5EF4-FFF2-40B4-BE49-F238E27FC236}">
                <a16:creationId xmlns:a16="http://schemas.microsoft.com/office/drawing/2014/main" id="{044430DA-69E4-ABBE-C788-A593B3641751}"/>
              </a:ext>
            </a:extLst>
          </p:cNvPr>
          <p:cNvSpPr>
            <a:spLocks noGrp="1"/>
          </p:cNvSpPr>
          <p:nvPr>
            <p:ph type="sldNum" sz="quarter" idx="12"/>
          </p:nvPr>
        </p:nvSpPr>
        <p:spPr/>
        <p:txBody>
          <a:bodyPr/>
          <a:lstStyle/>
          <a:p>
            <a:fld id="{3F89A050-2CE8-43E2-A037-2F45FBB835B5}" type="slidenum">
              <a:rPr lang="en-IN" smtClean="0"/>
              <a:t>9</a:t>
            </a:fld>
            <a:endParaRPr lang="en-IN"/>
          </a:p>
        </p:txBody>
      </p:sp>
    </p:spTree>
    <p:extLst>
      <p:ext uri="{BB962C8B-B14F-4D97-AF65-F5344CB8AC3E}">
        <p14:creationId xmlns:p14="http://schemas.microsoft.com/office/powerpoint/2010/main" val="311764908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438</TotalTime>
  <Words>828</Words>
  <Application>Microsoft Office PowerPoint</Application>
  <PresentationFormat>Widescreen</PresentationFormat>
  <Paragraphs>76</Paragraphs>
  <Slides>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Aptos</vt:lpstr>
      <vt:lpstr>Aptos Display</vt:lpstr>
      <vt:lpstr>Arial</vt:lpstr>
      <vt:lpstr>Times New Roman</vt:lpstr>
      <vt:lpstr>Office Theme</vt:lpstr>
      <vt:lpstr>An Explanable Machine Learning Framework for Diabetes Risk Prediction and Personalized Health Monitoring</vt:lpstr>
      <vt:lpstr>ABSTRACT</vt:lpstr>
      <vt:lpstr>OBJECTIVES OF THE PROJECT</vt:lpstr>
      <vt:lpstr>EXISTING SYSTEM</vt:lpstr>
      <vt:lpstr>DRAWBACKS OF EXISTING SYSTEM</vt:lpstr>
      <vt:lpstr>PROPOSED SYSTEM</vt:lpstr>
      <vt:lpstr>ADVANTAGES OF PROPOSED SYSTEM</vt:lpstr>
      <vt:lpstr>PROPOSED SYSTEM ARCHITECTURE</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AADHISESHAN K S</dc:creator>
  <cp:lastModifiedBy>AADHISESHAN K S</cp:lastModifiedBy>
  <cp:revision>2</cp:revision>
  <dcterms:created xsi:type="dcterms:W3CDTF">2026-10-09T03:54:57Z</dcterms:created>
  <dcterms:modified xsi:type="dcterms:W3CDTF">2026-10-12T11:28:37Z</dcterms:modified>
</cp:coreProperties>
</file>